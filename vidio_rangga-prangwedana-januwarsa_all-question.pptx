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84" r:id="rId5"/>
    <p:sldId id="262" r:id="rId6"/>
    <p:sldId id="285" r:id="rId7"/>
    <p:sldId id="286" r:id="rId8"/>
    <p:sldId id="261" r:id="rId9"/>
    <p:sldId id="314" r:id="rId10"/>
    <p:sldId id="313" r:id="rId11"/>
    <p:sldId id="315" r:id="rId12"/>
    <p:sldId id="316" r:id="rId13"/>
    <p:sldId id="317" r:id="rId14"/>
    <p:sldId id="319" r:id="rId15"/>
    <p:sldId id="320" r:id="rId16"/>
    <p:sldId id="318" r:id="rId17"/>
    <p:sldId id="321" r:id="rId18"/>
    <p:sldId id="322" r:id="rId19"/>
    <p:sldId id="287" r:id="rId20"/>
    <p:sldId id="347" r:id="rId21"/>
    <p:sldId id="348" r:id="rId22"/>
    <p:sldId id="350" r:id="rId23"/>
    <p:sldId id="351" r:id="rId24"/>
    <p:sldId id="349" r:id="rId25"/>
    <p:sldId id="288" r:id="rId26"/>
    <p:sldId id="274" r:id="rId27"/>
    <p:sldId id="323" r:id="rId28"/>
    <p:sldId id="324" r:id="rId29"/>
  </p:sldIdLst>
  <p:sldSz cx="9144000" cy="5143500"/>
  <p:notesSz cx="6858000" cy="9144000"/>
  <p:embeddedFontLst>
    <p:embeddedFont>
      <p:font typeface="Barlow" panose="00000500000000000000"/>
      <p:regular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font" Target="fonts/font1.fntdata"/><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7" name="Shape 87"/>
        <p:cNvGrpSpPr/>
        <p:nvPr/>
      </p:nvGrpSpPr>
      <p:grpSpPr>
        <a:xfrm>
          <a:off x="0" y="0"/>
          <a:ext cx="0" cy="0"/>
          <a:chOff x="0" y="0"/>
          <a:chExt cx="0" cy="0"/>
        </a:xfrm>
      </p:grpSpPr>
      <p:sp>
        <p:nvSpPr>
          <p:cNvPr id="88" name="Google Shape;88;g35f391192_00:notes"/>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p:spPr>
      </p:sp>
      <p:sp>
        <p:nvSpPr>
          <p:cNvPr id="89" name="Google Shape;89;g35f391192_0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4" name="Shape 124"/>
        <p:cNvGrpSpPr/>
        <p:nvPr/>
      </p:nvGrpSpPr>
      <p:grpSpPr>
        <a:xfrm>
          <a:off x="0" y="0"/>
          <a:ext cx="0" cy="0"/>
          <a:chOff x="0" y="0"/>
          <a:chExt cx="0" cy="0"/>
        </a:xfrm>
      </p:grpSpPr>
      <p:sp>
        <p:nvSpPr>
          <p:cNvPr id="125" name="Google Shape;125;p:notes"/>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p:spPr>
      </p:sp>
      <p:sp>
        <p:nvSpPr>
          <p:cNvPr id="126" name="Google Shape;126;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 name="Shape 137"/>
        <p:cNvGrpSpPr/>
        <p:nvPr/>
      </p:nvGrpSpPr>
      <p:grpSpPr>
        <a:xfrm>
          <a:off x="0" y="0"/>
          <a:ext cx="0" cy="0"/>
          <a:chOff x="0" y="0"/>
          <a:chExt cx="0" cy="0"/>
        </a:xfrm>
      </p:grpSpPr>
      <p:sp>
        <p:nvSpPr>
          <p:cNvPr id="138" name="Google Shape;138;g35ed75ccf_015:notes"/>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p:spPr>
      </p:sp>
      <p:sp>
        <p:nvSpPr>
          <p:cNvPr id="139" name="Google Shape;139;g35ed75ccf_0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 name="Shape 137"/>
        <p:cNvGrpSpPr/>
        <p:nvPr/>
      </p:nvGrpSpPr>
      <p:grpSpPr>
        <a:xfrm>
          <a:off x="0" y="0"/>
          <a:ext cx="0" cy="0"/>
          <a:chOff x="0" y="0"/>
          <a:chExt cx="0" cy="0"/>
        </a:xfrm>
      </p:grpSpPr>
      <p:sp>
        <p:nvSpPr>
          <p:cNvPr id="138" name="Google Shape;138;g35ed75ccf_015:notes"/>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p:spPr>
      </p:sp>
      <p:sp>
        <p:nvSpPr>
          <p:cNvPr id="139" name="Google Shape;139;g35ed75ccf_0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 name="Shape 137"/>
        <p:cNvGrpSpPr/>
        <p:nvPr/>
      </p:nvGrpSpPr>
      <p:grpSpPr>
        <a:xfrm>
          <a:off x="0" y="0"/>
          <a:ext cx="0" cy="0"/>
          <a:chOff x="0" y="0"/>
          <a:chExt cx="0" cy="0"/>
        </a:xfrm>
      </p:grpSpPr>
      <p:sp>
        <p:nvSpPr>
          <p:cNvPr id="138" name="Google Shape;138;g35ed75ccf_015:notes"/>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p:spPr>
      </p:sp>
      <p:sp>
        <p:nvSpPr>
          <p:cNvPr id="139" name="Google Shape;139;g35ed75ccf_0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4" name="Shape 124"/>
        <p:cNvGrpSpPr/>
        <p:nvPr/>
      </p:nvGrpSpPr>
      <p:grpSpPr>
        <a:xfrm>
          <a:off x="0" y="0"/>
          <a:ext cx="0" cy="0"/>
          <a:chOff x="0" y="0"/>
          <a:chExt cx="0" cy="0"/>
        </a:xfrm>
      </p:grpSpPr>
      <p:sp>
        <p:nvSpPr>
          <p:cNvPr id="125" name="Google Shape;125;p:notes"/>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p:spPr>
      </p:sp>
      <p:sp>
        <p:nvSpPr>
          <p:cNvPr id="126" name="Google Shape;126;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7" name="Shape 157"/>
        <p:cNvGrpSpPr/>
        <p:nvPr/>
      </p:nvGrpSpPr>
      <p:grpSpPr>
        <a:xfrm>
          <a:off x="0" y="0"/>
          <a:ext cx="0" cy="0"/>
          <a:chOff x="0" y="0"/>
          <a:chExt cx="0" cy="0"/>
        </a:xfrm>
      </p:grpSpPr>
      <p:sp>
        <p:nvSpPr>
          <p:cNvPr id="158" name="Google Shape;158;g35f391192_017:notes"/>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p:spPr>
      </p:sp>
      <p:sp>
        <p:nvSpPr>
          <p:cNvPr id="159" name="Google Shape;159;g35f391192_01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8" name="Shape 118"/>
        <p:cNvGrpSpPr/>
        <p:nvPr/>
      </p:nvGrpSpPr>
      <p:grpSpPr>
        <a:xfrm>
          <a:off x="0" y="0"/>
          <a:ext cx="0" cy="0"/>
          <a:chOff x="0" y="0"/>
          <a:chExt cx="0" cy="0"/>
        </a:xfrm>
      </p:grpSpPr>
      <p:sp>
        <p:nvSpPr>
          <p:cNvPr id="119" name="Google Shape;119;g35f391192_09:notes"/>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p:spPr>
      </p:sp>
      <p:sp>
        <p:nvSpPr>
          <p:cNvPr id="120" name="Google Shape;120;g35f391192_0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7" name="Shape 157"/>
        <p:cNvGrpSpPr/>
        <p:nvPr/>
      </p:nvGrpSpPr>
      <p:grpSpPr>
        <a:xfrm>
          <a:off x="0" y="0"/>
          <a:ext cx="0" cy="0"/>
          <a:chOff x="0" y="0"/>
          <a:chExt cx="0" cy="0"/>
        </a:xfrm>
      </p:grpSpPr>
      <p:sp>
        <p:nvSpPr>
          <p:cNvPr id="158" name="Google Shape;158;g35f391192_017:notes"/>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p:spPr>
      </p:sp>
      <p:sp>
        <p:nvSpPr>
          <p:cNvPr id="159" name="Google Shape;159;g35f391192_01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1" name="Shape 191"/>
        <p:cNvGrpSpPr/>
        <p:nvPr/>
      </p:nvGrpSpPr>
      <p:grpSpPr>
        <a:xfrm>
          <a:off x="0" y="0"/>
          <a:ext cx="0" cy="0"/>
          <a:chOff x="0" y="0"/>
          <a:chExt cx="0" cy="0"/>
        </a:xfrm>
      </p:grpSpPr>
      <p:sp>
        <p:nvSpPr>
          <p:cNvPr id="192" name="Google Shape;192;g35f391192_065:notes"/>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p:spPr>
      </p:sp>
      <p:sp>
        <p:nvSpPr>
          <p:cNvPr id="193" name="Google Shape;193;g35f391192_06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g35f391192_029:notes"/>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p:spPr>
      </p:sp>
      <p:sp>
        <p:nvSpPr>
          <p:cNvPr id="114" name="Google Shape;114;g35f391192_02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7" name="Shape 157"/>
        <p:cNvGrpSpPr/>
        <p:nvPr/>
      </p:nvGrpSpPr>
      <p:grpSpPr>
        <a:xfrm>
          <a:off x="0" y="0"/>
          <a:ext cx="0" cy="0"/>
          <a:chOff x="0" y="0"/>
          <a:chExt cx="0" cy="0"/>
        </a:xfrm>
      </p:grpSpPr>
      <p:sp>
        <p:nvSpPr>
          <p:cNvPr id="158" name="Google Shape;158;g35f391192_017:notes"/>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p:spPr>
      </p:sp>
      <p:sp>
        <p:nvSpPr>
          <p:cNvPr id="159" name="Google Shape;159;g35f391192_01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1" name="Shape 191"/>
        <p:cNvGrpSpPr/>
        <p:nvPr/>
      </p:nvGrpSpPr>
      <p:grpSpPr>
        <a:xfrm>
          <a:off x="0" y="0"/>
          <a:ext cx="0" cy="0"/>
          <a:chOff x="0" y="0"/>
          <a:chExt cx="0" cy="0"/>
        </a:xfrm>
      </p:grpSpPr>
      <p:sp>
        <p:nvSpPr>
          <p:cNvPr id="192" name="Google Shape;192;g35f391192_065:notes"/>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p:spPr>
      </p:sp>
      <p:sp>
        <p:nvSpPr>
          <p:cNvPr id="193" name="Google Shape;193;g35f391192_06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g35f391192_029:notes"/>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p:spPr>
      </p:sp>
      <p:sp>
        <p:nvSpPr>
          <p:cNvPr id="114" name="Google Shape;114;g35f391192_02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7" name="Shape 157"/>
        <p:cNvGrpSpPr/>
        <p:nvPr/>
      </p:nvGrpSpPr>
      <p:grpSpPr>
        <a:xfrm>
          <a:off x="0" y="0"/>
          <a:ext cx="0" cy="0"/>
          <a:chOff x="0" y="0"/>
          <a:chExt cx="0" cy="0"/>
        </a:xfrm>
      </p:grpSpPr>
      <p:sp>
        <p:nvSpPr>
          <p:cNvPr id="158" name="Google Shape;158;g35f391192_017:notes"/>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p:spPr>
      </p:sp>
      <p:sp>
        <p:nvSpPr>
          <p:cNvPr id="159" name="Google Shape;159;g35f391192_01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1" name="Shape 191"/>
        <p:cNvGrpSpPr/>
        <p:nvPr/>
      </p:nvGrpSpPr>
      <p:grpSpPr>
        <a:xfrm>
          <a:off x="0" y="0"/>
          <a:ext cx="0" cy="0"/>
          <a:chOff x="0" y="0"/>
          <a:chExt cx="0" cy="0"/>
        </a:xfrm>
      </p:grpSpPr>
      <p:sp>
        <p:nvSpPr>
          <p:cNvPr id="192" name="Google Shape;192;g35f391192_065:notes"/>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p:spPr>
      </p:sp>
      <p:sp>
        <p:nvSpPr>
          <p:cNvPr id="193" name="Google Shape;193;g35f391192_06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 name="Shape 137"/>
        <p:cNvGrpSpPr/>
        <p:nvPr/>
      </p:nvGrpSpPr>
      <p:grpSpPr>
        <a:xfrm>
          <a:off x="0" y="0"/>
          <a:ext cx="0" cy="0"/>
          <a:chOff x="0" y="0"/>
          <a:chExt cx="0" cy="0"/>
        </a:xfrm>
      </p:grpSpPr>
      <p:sp>
        <p:nvSpPr>
          <p:cNvPr id="138" name="Google Shape;138;g35ed75ccf_015:notes"/>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p:spPr>
      </p:sp>
      <p:sp>
        <p:nvSpPr>
          <p:cNvPr id="139" name="Google Shape;139;g35ed75ccf_0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8" name="Shape 118"/>
        <p:cNvGrpSpPr/>
        <p:nvPr/>
      </p:nvGrpSpPr>
      <p:grpSpPr>
        <a:xfrm>
          <a:off x="0" y="0"/>
          <a:ext cx="0" cy="0"/>
          <a:chOff x="0" y="0"/>
          <a:chExt cx="0" cy="0"/>
        </a:xfrm>
      </p:grpSpPr>
      <p:sp>
        <p:nvSpPr>
          <p:cNvPr id="119" name="Google Shape;119;g35f391192_09:notes"/>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p:spPr>
      </p:sp>
      <p:sp>
        <p:nvSpPr>
          <p:cNvPr id="120" name="Google Shape;120;g35f391192_0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1" name="Shape 171"/>
        <p:cNvGrpSpPr/>
        <p:nvPr/>
      </p:nvGrpSpPr>
      <p:grpSpPr>
        <a:xfrm>
          <a:off x="0" y="0"/>
          <a:ext cx="0" cy="0"/>
          <a:chOff x="0" y="0"/>
          <a:chExt cx="0" cy="0"/>
        </a:xfrm>
      </p:grpSpPr>
      <p:sp>
        <p:nvSpPr>
          <p:cNvPr id="172" name="Google Shape;172;g35f391192_045:notes"/>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p:spPr>
      </p:sp>
      <p:sp>
        <p:nvSpPr>
          <p:cNvPr id="173" name="Google Shape;173;g35f391192_04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 name="Shape 137"/>
        <p:cNvGrpSpPr/>
        <p:nvPr/>
      </p:nvGrpSpPr>
      <p:grpSpPr>
        <a:xfrm>
          <a:off x="0" y="0"/>
          <a:ext cx="0" cy="0"/>
          <a:chOff x="0" y="0"/>
          <a:chExt cx="0" cy="0"/>
        </a:xfrm>
      </p:grpSpPr>
      <p:sp>
        <p:nvSpPr>
          <p:cNvPr id="138" name="Google Shape;138;g35ed75ccf_015:notes"/>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p:spPr>
      </p:sp>
      <p:sp>
        <p:nvSpPr>
          <p:cNvPr id="139" name="Google Shape;139;g35ed75ccf_0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3" name="Shape 313"/>
        <p:cNvGrpSpPr/>
        <p:nvPr/>
      </p:nvGrpSpPr>
      <p:grpSpPr>
        <a:xfrm>
          <a:off x="0" y="0"/>
          <a:ext cx="0" cy="0"/>
          <a:chOff x="0" y="0"/>
          <a:chExt cx="0" cy="0"/>
        </a:xfrm>
      </p:grpSpPr>
      <p:sp>
        <p:nvSpPr>
          <p:cNvPr id="314" name="Google Shape;314;g35ed75ccf_073:notes"/>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p:spPr>
      </p:sp>
      <p:sp>
        <p:nvSpPr>
          <p:cNvPr id="315" name="Google Shape;315;g35ed75ccf_07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1" name="Shape 191"/>
        <p:cNvGrpSpPr/>
        <p:nvPr/>
      </p:nvGrpSpPr>
      <p:grpSpPr>
        <a:xfrm>
          <a:off x="0" y="0"/>
          <a:ext cx="0" cy="0"/>
          <a:chOff x="0" y="0"/>
          <a:chExt cx="0" cy="0"/>
        </a:xfrm>
      </p:grpSpPr>
      <p:sp>
        <p:nvSpPr>
          <p:cNvPr id="192" name="Google Shape;192;g35f391192_065:notes"/>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p:spPr>
      </p:sp>
      <p:sp>
        <p:nvSpPr>
          <p:cNvPr id="193" name="Google Shape;193;g35f391192_06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 name="Shape 137"/>
        <p:cNvGrpSpPr/>
        <p:nvPr/>
      </p:nvGrpSpPr>
      <p:grpSpPr>
        <a:xfrm>
          <a:off x="0" y="0"/>
          <a:ext cx="0" cy="0"/>
          <a:chOff x="0" y="0"/>
          <a:chExt cx="0" cy="0"/>
        </a:xfrm>
      </p:grpSpPr>
      <p:sp>
        <p:nvSpPr>
          <p:cNvPr id="138" name="Google Shape;138;g35ed75ccf_015:notes"/>
          <p:cNvSpPr/>
          <p:nvPr>
            <p:ph type="sldImg" idx="2"/>
          </p:nvPr>
        </p:nvSpPr>
        <p:spPr>
          <a:xfrm>
            <a:off x="381175" y="685800"/>
            <a:ext cx="6096300" cy="3429000"/>
          </a:xfrm>
          <a:custGeom>
            <a:avLst/>
            <a:gdLst/>
            <a:ahLst/>
            <a:cxnLst/>
            <a:pathLst>
              <a:path w="120000" h="120000" extrusionOk="0">
                <a:moveTo>
                  <a:pt x="0" y="0"/>
                </a:moveTo>
                <a:lnTo>
                  <a:pt x="120000" y="0"/>
                </a:lnTo>
                <a:lnTo>
                  <a:pt x="120000" y="120000"/>
                </a:lnTo>
                <a:lnTo>
                  <a:pt x="0" y="120000"/>
                </a:lnTo>
                <a:close/>
              </a:path>
            </a:pathLst>
          </a:custGeom>
        </p:spPr>
      </p:sp>
      <p:sp>
        <p:nvSpPr>
          <p:cNvPr id="139" name="Google Shape;139;g35ed75ccf_0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p:cSld name="TITLE">
    <p:spTree>
      <p:nvGrpSpPr>
        <p:cNvPr id="9" name="Shape 9"/>
        <p:cNvGrpSpPr/>
        <p:nvPr/>
      </p:nvGrpSpPr>
      <p:grpSpPr>
        <a:xfrm>
          <a:off x="0" y="0"/>
          <a:ext cx="0" cy="0"/>
          <a:chOff x="0" y="0"/>
          <a:chExt cx="0" cy="0"/>
        </a:xfrm>
      </p:grpSpPr>
      <p:sp>
        <p:nvSpPr>
          <p:cNvPr id="10" name="Google Shape;10;p2"/>
          <p:cNvSpPr/>
          <p:nvPr/>
        </p:nvSpPr>
        <p:spPr>
          <a:xfrm>
            <a:off x="7872900" y="-75"/>
            <a:ext cx="1271100" cy="5143500"/>
          </a:xfrm>
          <a:prstGeom prst="rect">
            <a:avLst/>
          </a:prstGeom>
          <a:solidFill>
            <a:srgbClr val="FFFFFF"/>
          </a:solidFill>
          <a:ln>
            <a:noFill/>
          </a:ln>
          <a:effectLst>
            <a:outerShdw blurRad="285750" dist="190500" dir="10800000" algn="bl" rotWithShape="0">
              <a:srgbClr val="000000">
                <a:alpha val="15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11" name="Google Shape;11;p2"/>
          <p:cNvSpPr/>
          <p:nvPr/>
        </p:nvSpPr>
        <p:spPr>
          <a:xfrm>
            <a:off x="2241225" y="1310875"/>
            <a:ext cx="6509100" cy="2521800"/>
          </a:xfrm>
          <a:prstGeom prst="rect">
            <a:avLst/>
          </a:prstGeom>
          <a:solidFill>
            <a:srgbClr val="FFB000"/>
          </a:solidFill>
          <a:ln>
            <a:noFill/>
          </a:ln>
          <a:effectLst>
            <a:outerShdw blurRad="214313" dist="47625" dir="5400000" algn="bl" rotWithShape="0">
              <a:srgbClr val="000000">
                <a:alpha val="20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12" name="Google Shape;12;p2"/>
          <p:cNvSpPr txBox="1"/>
          <p:nvPr>
            <p:ph type="ctrTitle"/>
          </p:nvPr>
        </p:nvSpPr>
        <p:spPr>
          <a:xfrm>
            <a:off x="2710225" y="1310850"/>
            <a:ext cx="5476800" cy="25218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3" name="Shape 13"/>
        <p:cNvGrpSpPr/>
        <p:nvPr/>
      </p:nvGrpSpPr>
      <p:grpSpPr>
        <a:xfrm>
          <a:off x="0" y="0"/>
          <a:ext cx="0" cy="0"/>
          <a:chOff x="0" y="0"/>
          <a:chExt cx="0" cy="0"/>
        </a:xfrm>
      </p:grpSpPr>
      <p:sp>
        <p:nvSpPr>
          <p:cNvPr id="14" name="Google Shape;14;p3"/>
          <p:cNvSpPr/>
          <p:nvPr/>
        </p:nvSpPr>
        <p:spPr>
          <a:xfrm>
            <a:off x="3047925" y="-75"/>
            <a:ext cx="6096000" cy="5143500"/>
          </a:xfrm>
          <a:prstGeom prst="rect">
            <a:avLst/>
          </a:prstGeom>
          <a:solidFill>
            <a:srgbClr val="FFFFFF"/>
          </a:solidFill>
          <a:ln>
            <a:noFill/>
          </a:ln>
          <a:effectLst>
            <a:outerShdw blurRad="285750" dist="190500" dir="10800000" algn="bl" rotWithShape="0">
              <a:srgbClr val="000000">
                <a:alpha val="15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15" name="Google Shape;15;p3"/>
          <p:cNvSpPr/>
          <p:nvPr/>
        </p:nvSpPr>
        <p:spPr>
          <a:xfrm>
            <a:off x="2241225" y="1770000"/>
            <a:ext cx="6509100" cy="1603500"/>
          </a:xfrm>
          <a:prstGeom prst="rect">
            <a:avLst/>
          </a:prstGeom>
          <a:solidFill>
            <a:srgbClr val="FFB000"/>
          </a:solidFill>
          <a:ln>
            <a:noFill/>
          </a:ln>
          <a:effectLst>
            <a:outerShdw blurRad="214313" dist="47625" dir="5400000" algn="bl" rotWithShape="0">
              <a:srgbClr val="000000">
                <a:alpha val="20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16" name="Google Shape;16;p3"/>
          <p:cNvSpPr txBox="1"/>
          <p:nvPr>
            <p:ph type="ctrTitle"/>
          </p:nvPr>
        </p:nvSpPr>
        <p:spPr>
          <a:xfrm>
            <a:off x="2935400" y="1846200"/>
            <a:ext cx="5814900" cy="910800"/>
          </a:xfrm>
          <a:prstGeom prst="rect">
            <a:avLst/>
          </a:prstGeom>
        </p:spPr>
        <p:txBody>
          <a:bodyPr spcFirstLastPara="1" wrap="square" lIns="91425" tIns="91425" rIns="91425" bIns="91425" anchor="b" anchorCtr="0"/>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7" name="Google Shape;17;p3"/>
          <p:cNvSpPr txBox="1"/>
          <p:nvPr>
            <p:ph type="subTitle" idx="1"/>
          </p:nvPr>
        </p:nvSpPr>
        <p:spPr>
          <a:xfrm>
            <a:off x="2935400" y="2604625"/>
            <a:ext cx="5814900" cy="451800"/>
          </a:xfrm>
          <a:prstGeom prst="rect">
            <a:avLst/>
          </a:prstGeom>
        </p:spPr>
        <p:txBody>
          <a:bodyPr spcFirstLastPara="1" wrap="square" lIns="91425" tIns="91425" rIns="91425" bIns="91425" anchor="t" anchorCtr="0"/>
          <a:lstStyle>
            <a:lvl1pPr lvl="0" rtl="0">
              <a:spcBef>
                <a:spcPts val="0"/>
              </a:spcBef>
              <a:spcAft>
                <a:spcPts val="0"/>
              </a:spcAft>
              <a:buClr>
                <a:schemeClr val="dk2"/>
              </a:buClr>
              <a:buSzPts val="1800"/>
              <a:buNone/>
              <a:defRPr sz="1800">
                <a:solidFill>
                  <a:schemeClr val="dk2"/>
                </a:solidFill>
              </a:defRPr>
            </a:lvl1pPr>
            <a:lvl2pPr lvl="1" rtl="0">
              <a:spcBef>
                <a:spcPts val="0"/>
              </a:spcBef>
              <a:spcAft>
                <a:spcPts val="0"/>
              </a:spcAft>
              <a:buClr>
                <a:schemeClr val="dk2"/>
              </a:buClr>
              <a:buSzPts val="1800"/>
              <a:buNone/>
              <a:defRPr sz="1800">
                <a:solidFill>
                  <a:schemeClr val="dk2"/>
                </a:solidFill>
              </a:defRPr>
            </a:lvl2pPr>
            <a:lvl3pPr lvl="2" rtl="0">
              <a:spcBef>
                <a:spcPts val="0"/>
              </a:spcBef>
              <a:spcAft>
                <a:spcPts val="0"/>
              </a:spcAft>
              <a:buClr>
                <a:schemeClr val="dk2"/>
              </a:buClr>
              <a:buSzPts val="1800"/>
              <a:buNone/>
              <a:defRPr sz="1800">
                <a:solidFill>
                  <a:schemeClr val="dk2"/>
                </a:solidFill>
              </a:defRPr>
            </a:lvl3pPr>
            <a:lvl4pPr lvl="3" rtl="0">
              <a:spcBef>
                <a:spcPts val="0"/>
              </a:spcBef>
              <a:spcAft>
                <a:spcPts val="0"/>
              </a:spcAft>
              <a:buClr>
                <a:schemeClr val="dk2"/>
              </a:buClr>
              <a:buSzPts val="1800"/>
              <a:buNone/>
              <a:defRPr sz="1800">
                <a:solidFill>
                  <a:schemeClr val="dk2"/>
                </a:solidFill>
              </a:defRPr>
            </a:lvl4pPr>
            <a:lvl5pPr lvl="4" rtl="0">
              <a:spcBef>
                <a:spcPts val="0"/>
              </a:spcBef>
              <a:spcAft>
                <a:spcPts val="0"/>
              </a:spcAft>
              <a:buClr>
                <a:schemeClr val="dk2"/>
              </a:buClr>
              <a:buSzPts val="1800"/>
              <a:buNone/>
              <a:defRPr sz="1800">
                <a:solidFill>
                  <a:schemeClr val="dk2"/>
                </a:solidFill>
              </a:defRPr>
            </a:lvl5pPr>
            <a:lvl6pPr lvl="5" rtl="0">
              <a:spcBef>
                <a:spcPts val="0"/>
              </a:spcBef>
              <a:spcAft>
                <a:spcPts val="0"/>
              </a:spcAft>
              <a:buClr>
                <a:schemeClr val="dk2"/>
              </a:buClr>
              <a:buSzPts val="1800"/>
              <a:buNone/>
              <a:defRPr sz="1800">
                <a:solidFill>
                  <a:schemeClr val="dk2"/>
                </a:solidFill>
              </a:defRPr>
            </a:lvl6pPr>
            <a:lvl7pPr lvl="6" rtl="0">
              <a:spcBef>
                <a:spcPts val="0"/>
              </a:spcBef>
              <a:spcAft>
                <a:spcPts val="0"/>
              </a:spcAft>
              <a:buClr>
                <a:schemeClr val="dk2"/>
              </a:buClr>
              <a:buSzPts val="1800"/>
              <a:buNone/>
              <a:defRPr sz="1800">
                <a:solidFill>
                  <a:schemeClr val="dk2"/>
                </a:solidFill>
              </a:defRPr>
            </a:lvl7pPr>
            <a:lvl8pPr lvl="7" rtl="0">
              <a:spcBef>
                <a:spcPts val="0"/>
              </a:spcBef>
              <a:spcAft>
                <a:spcPts val="0"/>
              </a:spcAft>
              <a:buClr>
                <a:schemeClr val="dk2"/>
              </a:buClr>
              <a:buSzPts val="1800"/>
              <a:buNone/>
              <a:defRPr sz="1800">
                <a:solidFill>
                  <a:schemeClr val="dk2"/>
                </a:solidFill>
              </a:defRPr>
            </a:lvl8pPr>
            <a:lvl9pPr lvl="8" rtl="0">
              <a:spcBef>
                <a:spcPts val="0"/>
              </a:spcBef>
              <a:spcAft>
                <a:spcPts val="0"/>
              </a:spcAft>
              <a:buClr>
                <a:schemeClr val="dk2"/>
              </a:buClr>
              <a:buSzPts val="1800"/>
              <a:buNone/>
              <a:defRPr sz="1800">
                <a:solidFill>
                  <a:schemeClr val="dk2"/>
                </a:solidFill>
              </a:defRPr>
            </a:lvl9pPr>
          </a:lstStyle>
          <a:p/>
        </p:txBody>
      </p:sp>
    </p:spTree>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8" name="Shape 18"/>
        <p:cNvGrpSpPr/>
        <p:nvPr/>
      </p:nvGrpSpPr>
      <p:grpSpPr>
        <a:xfrm>
          <a:off x="0" y="0"/>
          <a:ext cx="0" cy="0"/>
          <a:chOff x="0" y="0"/>
          <a:chExt cx="0" cy="0"/>
        </a:xfrm>
      </p:grpSpPr>
      <p:sp>
        <p:nvSpPr>
          <p:cNvPr id="19" name="Google Shape;19;p4"/>
          <p:cNvSpPr/>
          <p:nvPr/>
        </p:nvSpPr>
        <p:spPr>
          <a:xfrm>
            <a:off x="3047925" y="-75"/>
            <a:ext cx="6096000" cy="5143500"/>
          </a:xfrm>
          <a:prstGeom prst="rect">
            <a:avLst/>
          </a:prstGeom>
          <a:solidFill>
            <a:srgbClr val="FFFFFF"/>
          </a:solidFill>
          <a:ln>
            <a:noFill/>
          </a:ln>
          <a:effectLst>
            <a:outerShdw blurRad="285750" dist="190500" dir="10800000" algn="bl" rotWithShape="0">
              <a:srgbClr val="000000">
                <a:alpha val="15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20" name="Google Shape;20;p4"/>
          <p:cNvSpPr/>
          <p:nvPr/>
        </p:nvSpPr>
        <p:spPr>
          <a:xfrm>
            <a:off x="2645075" y="393425"/>
            <a:ext cx="806700" cy="806700"/>
          </a:xfrm>
          <a:prstGeom prst="rect">
            <a:avLst/>
          </a:prstGeom>
          <a:solidFill>
            <a:srgbClr val="FFB000"/>
          </a:solidFill>
          <a:ln>
            <a:noFill/>
          </a:ln>
          <a:effectLst>
            <a:outerShdw blurRad="214313" dist="47625" dir="5400000" algn="bl" rotWithShape="0">
              <a:srgbClr val="000000">
                <a:alpha val="20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21" name="Google Shape;21;p4"/>
          <p:cNvSpPr/>
          <p:nvPr/>
        </p:nvSpPr>
        <p:spPr>
          <a:xfrm>
            <a:off x="8750300" y="4356125"/>
            <a:ext cx="393600" cy="393600"/>
          </a:xfrm>
          <a:prstGeom prst="rect">
            <a:avLst/>
          </a:prstGeom>
          <a:solidFill>
            <a:srgbClr val="FFB000"/>
          </a:solidFill>
          <a:ln>
            <a:noFill/>
          </a:ln>
          <a:effectLst>
            <a:outerShdw blurRad="214313" dist="47625" dir="5400000" algn="bl" rotWithShape="0">
              <a:srgbClr val="000000">
                <a:alpha val="20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22" name="Google Shape;22;p4"/>
          <p:cNvSpPr txBox="1"/>
          <p:nvPr>
            <p:ph type="body" idx="1"/>
          </p:nvPr>
        </p:nvSpPr>
        <p:spPr>
          <a:xfrm>
            <a:off x="3731575" y="393525"/>
            <a:ext cx="4713000" cy="4356000"/>
          </a:xfrm>
          <a:prstGeom prst="rect">
            <a:avLst/>
          </a:prstGeom>
        </p:spPr>
        <p:txBody>
          <a:bodyPr spcFirstLastPara="1" wrap="square" lIns="91425" tIns="91425" rIns="91425" bIns="91425" anchor="t" anchorCtr="0"/>
          <a:lstStyle>
            <a:lvl1pPr marL="457200" lvl="0" indent="-457200" rtl="0">
              <a:lnSpc>
                <a:spcPct val="100000"/>
              </a:lnSpc>
              <a:spcBef>
                <a:spcPts val="600"/>
              </a:spcBef>
              <a:spcAft>
                <a:spcPts val="0"/>
              </a:spcAft>
              <a:buSzPts val="3600"/>
              <a:buChar char="▪"/>
              <a:defRPr sz="3600" b="1"/>
            </a:lvl1pPr>
            <a:lvl2pPr marL="914400" lvl="1" indent="-457200" rtl="0">
              <a:lnSpc>
                <a:spcPct val="100000"/>
              </a:lnSpc>
              <a:spcBef>
                <a:spcPts val="0"/>
              </a:spcBef>
              <a:spcAft>
                <a:spcPts val="0"/>
              </a:spcAft>
              <a:buSzPts val="3600"/>
              <a:buChar char="▫"/>
              <a:defRPr sz="3600" b="1"/>
            </a:lvl2pPr>
            <a:lvl3pPr marL="1371600" lvl="2" indent="-457200" rtl="0">
              <a:lnSpc>
                <a:spcPct val="100000"/>
              </a:lnSpc>
              <a:spcBef>
                <a:spcPts val="0"/>
              </a:spcBef>
              <a:spcAft>
                <a:spcPts val="0"/>
              </a:spcAft>
              <a:buSzPts val="3600"/>
              <a:buChar char="▫"/>
              <a:defRPr sz="3600" b="1"/>
            </a:lvl3pPr>
            <a:lvl4pPr marL="1828800" lvl="3" indent="-457200" rtl="0">
              <a:lnSpc>
                <a:spcPct val="100000"/>
              </a:lnSpc>
              <a:spcBef>
                <a:spcPts val="0"/>
              </a:spcBef>
              <a:spcAft>
                <a:spcPts val="0"/>
              </a:spcAft>
              <a:buSzPts val="3600"/>
              <a:buChar char="▫"/>
              <a:defRPr sz="3600" b="1"/>
            </a:lvl4pPr>
            <a:lvl5pPr marL="2286000" lvl="4" indent="-457200" rtl="0">
              <a:lnSpc>
                <a:spcPct val="100000"/>
              </a:lnSpc>
              <a:spcBef>
                <a:spcPts val="0"/>
              </a:spcBef>
              <a:spcAft>
                <a:spcPts val="0"/>
              </a:spcAft>
              <a:buSzPts val="3600"/>
              <a:buChar char="○"/>
              <a:defRPr sz="3600" b="1"/>
            </a:lvl5pPr>
            <a:lvl6pPr marL="2743200" lvl="5" indent="-457200" rtl="0">
              <a:lnSpc>
                <a:spcPct val="100000"/>
              </a:lnSpc>
              <a:spcBef>
                <a:spcPts val="0"/>
              </a:spcBef>
              <a:spcAft>
                <a:spcPts val="0"/>
              </a:spcAft>
              <a:buSzPts val="3600"/>
              <a:buChar char="■"/>
              <a:defRPr sz="3600" b="1"/>
            </a:lvl6pPr>
            <a:lvl7pPr marL="3200400" lvl="6" indent="-457200" rtl="0">
              <a:lnSpc>
                <a:spcPct val="100000"/>
              </a:lnSpc>
              <a:spcBef>
                <a:spcPts val="0"/>
              </a:spcBef>
              <a:spcAft>
                <a:spcPts val="0"/>
              </a:spcAft>
              <a:buSzPts val="3600"/>
              <a:buChar char="●"/>
              <a:defRPr sz="3600" b="1"/>
            </a:lvl7pPr>
            <a:lvl8pPr marL="3657600" lvl="7" indent="-457200" rtl="0">
              <a:lnSpc>
                <a:spcPct val="100000"/>
              </a:lnSpc>
              <a:spcBef>
                <a:spcPts val="0"/>
              </a:spcBef>
              <a:spcAft>
                <a:spcPts val="0"/>
              </a:spcAft>
              <a:buSzPts val="3600"/>
              <a:buChar char="○"/>
              <a:defRPr sz="3600" b="1"/>
            </a:lvl8pPr>
            <a:lvl9pPr marL="4114800" lvl="8" indent="-457200">
              <a:lnSpc>
                <a:spcPct val="100000"/>
              </a:lnSpc>
              <a:spcBef>
                <a:spcPts val="0"/>
              </a:spcBef>
              <a:spcAft>
                <a:spcPts val="0"/>
              </a:spcAft>
              <a:buSzPts val="3600"/>
              <a:buChar char="■"/>
              <a:defRPr sz="3600" b="1"/>
            </a:lvl9pPr>
          </a:lstStyle>
          <a:p/>
        </p:txBody>
      </p:sp>
      <p:sp>
        <p:nvSpPr>
          <p:cNvPr id="23" name="Google Shape;23;p4"/>
          <p:cNvSpPr txBox="1"/>
          <p:nvPr/>
        </p:nvSpPr>
        <p:spPr>
          <a:xfrm>
            <a:off x="2654717" y="337850"/>
            <a:ext cx="787200" cy="653700"/>
          </a:xfrm>
          <a:prstGeom prst="rect">
            <a:avLst/>
          </a:prstGeom>
          <a:noFill/>
          <a:ln>
            <a:noFill/>
          </a:ln>
        </p:spPr>
        <p:txBody>
          <a:bodyPr spcFirstLastPara="1" wrap="square" lIns="91425" tIns="91425" rIns="91425" bIns="91425" anchor="t" anchorCtr="0">
            <a:noAutofit/>
          </a:bodyPr>
          <a:lstStyle/>
          <a:p>
            <a:pPr marL="0" lvl="0" indent="0" algn="ctr">
              <a:spcBef>
                <a:spcPts val="0"/>
              </a:spcBef>
              <a:spcAft>
                <a:spcPts val="0"/>
              </a:spcAft>
              <a:buNone/>
            </a:pPr>
            <a:r>
              <a:rPr lang="en-GB" sz="7200" b="1">
                <a:solidFill>
                  <a:srgbClr val="FFFFFF"/>
                </a:solidFill>
              </a:rPr>
              <a:t>“</a:t>
            </a:r>
            <a:endParaRPr sz="7200" b="1">
              <a:solidFill>
                <a:srgbClr val="FFFFFF"/>
              </a:solidFill>
            </a:endParaRPr>
          </a:p>
        </p:txBody>
      </p:sp>
      <p:sp>
        <p:nvSpPr>
          <p:cNvPr id="24" name="Google Shape;24;p4"/>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fld>
            <a:endParaRPr lang="en-GB"/>
          </a:p>
        </p:txBody>
      </p:sp>
    </p:spTree>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x" matchingName="Title + 1 column">
  <p:cSld name="TITLE_AND_BODY">
    <p:spTree>
      <p:nvGrpSpPr>
        <p:cNvPr id="25" name="Shape 25"/>
        <p:cNvGrpSpPr/>
        <p:nvPr/>
      </p:nvGrpSpPr>
      <p:grpSpPr>
        <a:xfrm>
          <a:off x="0" y="0"/>
          <a:ext cx="0" cy="0"/>
          <a:chOff x="0" y="0"/>
          <a:chExt cx="0" cy="0"/>
        </a:xfrm>
      </p:grpSpPr>
      <p:sp>
        <p:nvSpPr>
          <p:cNvPr id="26" name="Google Shape;26;p5"/>
          <p:cNvSpPr/>
          <p:nvPr/>
        </p:nvSpPr>
        <p:spPr>
          <a:xfrm>
            <a:off x="1271100" y="-75"/>
            <a:ext cx="7872900" cy="5143500"/>
          </a:xfrm>
          <a:prstGeom prst="rect">
            <a:avLst/>
          </a:prstGeom>
          <a:solidFill>
            <a:srgbClr val="FFFFFF"/>
          </a:solidFill>
          <a:ln>
            <a:noFill/>
          </a:ln>
          <a:effectLst>
            <a:outerShdw blurRad="285750" dist="190500" dir="10800000" algn="bl" rotWithShape="0">
              <a:srgbClr val="000000">
                <a:alpha val="15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27" name="Google Shape;27;p5"/>
          <p:cNvSpPr/>
          <p:nvPr/>
        </p:nvSpPr>
        <p:spPr>
          <a:xfrm>
            <a:off x="8750300" y="4356125"/>
            <a:ext cx="393600" cy="393600"/>
          </a:xfrm>
          <a:prstGeom prst="rect">
            <a:avLst/>
          </a:prstGeom>
          <a:solidFill>
            <a:srgbClr val="FFB000"/>
          </a:solidFill>
          <a:ln>
            <a:noFill/>
          </a:ln>
          <a:effectLst>
            <a:outerShdw blurRad="214313" dist="47625" dir="5400000" algn="bl" rotWithShape="0">
              <a:srgbClr val="000000">
                <a:alpha val="20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28" name="Google Shape;28;p5"/>
          <p:cNvSpPr/>
          <p:nvPr/>
        </p:nvSpPr>
        <p:spPr>
          <a:xfrm>
            <a:off x="877500" y="393525"/>
            <a:ext cx="7872900" cy="806700"/>
          </a:xfrm>
          <a:prstGeom prst="rect">
            <a:avLst/>
          </a:prstGeom>
          <a:solidFill>
            <a:srgbClr val="FFB000"/>
          </a:solidFill>
          <a:ln>
            <a:noFill/>
          </a:ln>
          <a:effectLst>
            <a:outerShdw blurRad="214313" dist="47625" dir="5400000" algn="bl" rotWithShape="0">
              <a:srgbClr val="000000">
                <a:alpha val="20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29" name="Google Shape;29;p5"/>
          <p:cNvSpPr txBox="1"/>
          <p:nvPr>
            <p:ph type="title"/>
          </p:nvPr>
        </p:nvSpPr>
        <p:spPr>
          <a:xfrm>
            <a:off x="1182200" y="393475"/>
            <a:ext cx="6739500" cy="806700"/>
          </a:xfrm>
          <a:prstGeom prst="rect">
            <a:avLst/>
          </a:prstGeom>
        </p:spPr>
        <p:txBody>
          <a:bodyPr spcFirstLastPara="1" wrap="square" lIns="91425" tIns="91425" rIns="91425" bIns="91425" anchor="ctr" anchorCtr="0"/>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30" name="Google Shape;30;p5"/>
          <p:cNvSpPr txBox="1"/>
          <p:nvPr>
            <p:ph type="body" idx="1"/>
          </p:nvPr>
        </p:nvSpPr>
        <p:spPr>
          <a:xfrm>
            <a:off x="1556331" y="1349141"/>
            <a:ext cx="7085700" cy="2938500"/>
          </a:xfrm>
          <a:prstGeom prst="rect">
            <a:avLst/>
          </a:prstGeom>
        </p:spPr>
        <p:txBody>
          <a:bodyPr spcFirstLastPara="1" wrap="square" lIns="91425" tIns="91425" rIns="91425" bIns="91425" anchor="t" anchorCtr="0"/>
          <a:lstStyle>
            <a:lvl1pPr marL="457200" lvl="0" indent="-393700">
              <a:spcBef>
                <a:spcPts val="600"/>
              </a:spcBef>
              <a:spcAft>
                <a:spcPts val="0"/>
              </a:spcAft>
              <a:buSzPts val="2600"/>
              <a:buChar char="▪"/>
              <a:defRPr/>
            </a:lvl1pPr>
            <a:lvl2pPr marL="914400" lvl="1" indent="-393700">
              <a:spcBef>
                <a:spcPts val="0"/>
              </a:spcBef>
              <a:spcAft>
                <a:spcPts val="0"/>
              </a:spcAft>
              <a:buSzPts val="2600"/>
              <a:buChar char="▫"/>
              <a:defRPr/>
            </a:lvl2pPr>
            <a:lvl3pPr marL="1371600" lvl="2" indent="-393700">
              <a:spcBef>
                <a:spcPts val="0"/>
              </a:spcBef>
              <a:spcAft>
                <a:spcPts val="0"/>
              </a:spcAft>
              <a:buSzPts val="2600"/>
              <a:buChar char="▫"/>
              <a:defRPr/>
            </a:lvl3pPr>
            <a:lvl4pPr marL="1828800" lvl="3" indent="-393700">
              <a:spcBef>
                <a:spcPts val="0"/>
              </a:spcBef>
              <a:spcAft>
                <a:spcPts val="0"/>
              </a:spcAft>
              <a:buSzPts val="2600"/>
              <a:buChar char="▫"/>
              <a:defRPr/>
            </a:lvl4pPr>
            <a:lvl5pPr marL="2286000" lvl="4" indent="-393700">
              <a:spcBef>
                <a:spcPts val="0"/>
              </a:spcBef>
              <a:spcAft>
                <a:spcPts val="0"/>
              </a:spcAft>
              <a:buSzPts val="2600"/>
              <a:buChar char="○"/>
              <a:defRPr/>
            </a:lvl5pPr>
            <a:lvl6pPr marL="2743200" lvl="5" indent="-393700">
              <a:spcBef>
                <a:spcPts val="0"/>
              </a:spcBef>
              <a:spcAft>
                <a:spcPts val="0"/>
              </a:spcAft>
              <a:buSzPts val="2600"/>
              <a:buChar char="■"/>
              <a:defRPr/>
            </a:lvl6pPr>
            <a:lvl7pPr marL="3200400" lvl="6" indent="-393700">
              <a:spcBef>
                <a:spcPts val="0"/>
              </a:spcBef>
              <a:spcAft>
                <a:spcPts val="0"/>
              </a:spcAft>
              <a:buSzPts val="2600"/>
              <a:buChar char="●"/>
              <a:defRPr/>
            </a:lvl7pPr>
            <a:lvl8pPr marL="3657600" lvl="7" indent="-393700">
              <a:spcBef>
                <a:spcPts val="0"/>
              </a:spcBef>
              <a:spcAft>
                <a:spcPts val="0"/>
              </a:spcAft>
              <a:buSzPts val="2600"/>
              <a:buChar char="○"/>
              <a:defRPr/>
            </a:lvl8pPr>
            <a:lvl9pPr marL="4114800" lvl="8" indent="-393700">
              <a:spcBef>
                <a:spcPts val="0"/>
              </a:spcBef>
              <a:spcAft>
                <a:spcPts val="0"/>
              </a:spcAft>
              <a:buSzPts val="2600"/>
              <a:buChar char="■"/>
              <a:defRPr/>
            </a:lvl9pPr>
          </a:lstStyle>
          <a:p/>
        </p:txBody>
      </p:sp>
      <p:sp>
        <p:nvSpPr>
          <p:cNvPr id="31" name="Google Shape;31;p5"/>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fld>
            <a:endParaRPr lang="en-GB"/>
          </a:p>
        </p:txBody>
      </p:sp>
      <p:sp>
        <p:nvSpPr>
          <p:cNvPr id="32" name="Google Shape;32;p5"/>
          <p:cNvSpPr/>
          <p:nvPr/>
        </p:nvSpPr>
        <p:spPr>
          <a:xfrm>
            <a:off x="7943750" y="393425"/>
            <a:ext cx="806700" cy="806700"/>
          </a:xfrm>
          <a:prstGeom prst="rect">
            <a:avLst/>
          </a:prstGeom>
          <a:solidFill>
            <a:srgbClr val="FFFFFF">
              <a:alpha val="52690"/>
            </a:srgbClr>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1 column half slide">
  <p:cSld name="TITLE_AND_BODY_1">
    <p:spTree>
      <p:nvGrpSpPr>
        <p:cNvPr id="33" name="Shape 33"/>
        <p:cNvGrpSpPr/>
        <p:nvPr/>
      </p:nvGrpSpPr>
      <p:grpSpPr>
        <a:xfrm>
          <a:off x="0" y="0"/>
          <a:ext cx="0" cy="0"/>
          <a:chOff x="0" y="0"/>
          <a:chExt cx="0" cy="0"/>
        </a:xfrm>
      </p:grpSpPr>
      <p:sp>
        <p:nvSpPr>
          <p:cNvPr id="34" name="Google Shape;34;p6"/>
          <p:cNvSpPr/>
          <p:nvPr/>
        </p:nvSpPr>
        <p:spPr>
          <a:xfrm>
            <a:off x="4572000" y="-75"/>
            <a:ext cx="4572000" cy="5143500"/>
          </a:xfrm>
          <a:prstGeom prst="rect">
            <a:avLst/>
          </a:prstGeom>
          <a:solidFill>
            <a:srgbClr val="FFFFFF"/>
          </a:solidFill>
          <a:ln>
            <a:noFill/>
          </a:ln>
          <a:effectLst>
            <a:outerShdw blurRad="285750" dist="190500" dir="10800000" algn="bl" rotWithShape="0">
              <a:srgbClr val="000000">
                <a:alpha val="15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35" name="Google Shape;35;p6"/>
          <p:cNvSpPr/>
          <p:nvPr/>
        </p:nvSpPr>
        <p:spPr>
          <a:xfrm>
            <a:off x="8750300" y="4356125"/>
            <a:ext cx="393600" cy="393600"/>
          </a:xfrm>
          <a:prstGeom prst="rect">
            <a:avLst/>
          </a:prstGeom>
          <a:solidFill>
            <a:srgbClr val="FFB000"/>
          </a:solidFill>
          <a:ln>
            <a:noFill/>
          </a:ln>
          <a:effectLst>
            <a:outerShdw blurRad="214313" dist="47625" dir="5400000" algn="bl" rotWithShape="0">
              <a:srgbClr val="000000">
                <a:alpha val="20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36" name="Google Shape;36;p6"/>
          <p:cNvSpPr/>
          <p:nvPr/>
        </p:nvSpPr>
        <p:spPr>
          <a:xfrm>
            <a:off x="4178396" y="393525"/>
            <a:ext cx="4572000" cy="806700"/>
          </a:xfrm>
          <a:prstGeom prst="rect">
            <a:avLst/>
          </a:prstGeom>
          <a:solidFill>
            <a:srgbClr val="FFB000"/>
          </a:solidFill>
          <a:ln>
            <a:noFill/>
          </a:ln>
          <a:effectLst>
            <a:outerShdw blurRad="214313" dist="47625" dir="5400000" algn="bl" rotWithShape="0">
              <a:srgbClr val="000000">
                <a:alpha val="20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37" name="Google Shape;37;p6"/>
          <p:cNvSpPr txBox="1"/>
          <p:nvPr>
            <p:ph type="title"/>
          </p:nvPr>
        </p:nvSpPr>
        <p:spPr>
          <a:xfrm>
            <a:off x="4483099" y="393475"/>
            <a:ext cx="3460800" cy="806700"/>
          </a:xfrm>
          <a:prstGeom prst="rect">
            <a:avLst/>
          </a:prstGeom>
        </p:spPr>
        <p:txBody>
          <a:bodyPr spcFirstLastPara="1" wrap="square" lIns="91425" tIns="91425" rIns="91425" bIns="91425" anchor="ctr" anchorCtr="0"/>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38" name="Google Shape;38;p6"/>
          <p:cNvSpPr txBox="1"/>
          <p:nvPr>
            <p:ph type="body" idx="1"/>
          </p:nvPr>
        </p:nvSpPr>
        <p:spPr>
          <a:xfrm>
            <a:off x="4865550" y="1349150"/>
            <a:ext cx="3776400" cy="2938500"/>
          </a:xfrm>
          <a:prstGeom prst="rect">
            <a:avLst/>
          </a:prstGeom>
        </p:spPr>
        <p:txBody>
          <a:bodyPr spcFirstLastPara="1" wrap="square" lIns="91425" tIns="91425" rIns="91425" bIns="91425" anchor="t" anchorCtr="0"/>
          <a:lstStyle>
            <a:lvl1pPr marL="457200" lvl="0" indent="-368300" rtl="0">
              <a:spcBef>
                <a:spcPts val="600"/>
              </a:spcBef>
              <a:spcAft>
                <a:spcPts val="0"/>
              </a:spcAft>
              <a:buSzPts val="2200"/>
              <a:buChar char="▪"/>
              <a:defRPr sz="2200"/>
            </a:lvl1pPr>
            <a:lvl2pPr marL="914400" lvl="1" indent="-368300" rtl="0">
              <a:spcBef>
                <a:spcPts val="0"/>
              </a:spcBef>
              <a:spcAft>
                <a:spcPts val="0"/>
              </a:spcAft>
              <a:buSzPts val="2200"/>
              <a:buChar char="▫"/>
              <a:defRPr sz="2200"/>
            </a:lvl2pPr>
            <a:lvl3pPr marL="1371600" lvl="2" indent="-368300" rtl="0">
              <a:spcBef>
                <a:spcPts val="0"/>
              </a:spcBef>
              <a:spcAft>
                <a:spcPts val="0"/>
              </a:spcAft>
              <a:buSzPts val="2200"/>
              <a:buChar char="▫"/>
              <a:defRPr sz="2200"/>
            </a:lvl3pPr>
            <a:lvl4pPr marL="1828800" lvl="3" indent="-368300" rtl="0">
              <a:spcBef>
                <a:spcPts val="0"/>
              </a:spcBef>
              <a:spcAft>
                <a:spcPts val="0"/>
              </a:spcAft>
              <a:buSzPts val="2200"/>
              <a:buChar char="▫"/>
              <a:defRPr sz="2200"/>
            </a:lvl4pPr>
            <a:lvl5pPr marL="2286000" lvl="4" indent="-368300" rtl="0">
              <a:spcBef>
                <a:spcPts val="0"/>
              </a:spcBef>
              <a:spcAft>
                <a:spcPts val="0"/>
              </a:spcAft>
              <a:buSzPts val="2200"/>
              <a:buChar char="○"/>
              <a:defRPr sz="2200"/>
            </a:lvl5pPr>
            <a:lvl6pPr marL="2743200" lvl="5" indent="-368300" rtl="0">
              <a:spcBef>
                <a:spcPts val="0"/>
              </a:spcBef>
              <a:spcAft>
                <a:spcPts val="0"/>
              </a:spcAft>
              <a:buSzPts val="2200"/>
              <a:buChar char="■"/>
              <a:defRPr sz="2200"/>
            </a:lvl6pPr>
            <a:lvl7pPr marL="3200400" lvl="6" indent="-368300" rtl="0">
              <a:spcBef>
                <a:spcPts val="0"/>
              </a:spcBef>
              <a:spcAft>
                <a:spcPts val="0"/>
              </a:spcAft>
              <a:buSzPts val="2200"/>
              <a:buChar char="●"/>
              <a:defRPr sz="2200"/>
            </a:lvl7pPr>
            <a:lvl8pPr marL="3657600" lvl="7" indent="-368300" rtl="0">
              <a:spcBef>
                <a:spcPts val="0"/>
              </a:spcBef>
              <a:spcAft>
                <a:spcPts val="0"/>
              </a:spcAft>
              <a:buSzPts val="2200"/>
              <a:buChar char="○"/>
              <a:defRPr sz="2200"/>
            </a:lvl8pPr>
            <a:lvl9pPr marL="4114800" lvl="8" indent="-368300" rtl="0">
              <a:spcBef>
                <a:spcPts val="0"/>
              </a:spcBef>
              <a:spcAft>
                <a:spcPts val="0"/>
              </a:spcAft>
              <a:buSzPts val="2200"/>
              <a:buChar char="■"/>
              <a:defRPr sz="2200"/>
            </a:lvl9pPr>
          </a:lstStyle>
          <a:p/>
        </p:txBody>
      </p:sp>
      <p:sp>
        <p:nvSpPr>
          <p:cNvPr id="39" name="Google Shape;39;p6"/>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spcBef>
                <a:spcPts val="0"/>
              </a:spcBef>
              <a:spcAft>
                <a:spcPts val="0"/>
              </a:spcAft>
              <a:buNone/>
            </a:pPr>
            <a:fld id="{00000000-1234-1234-1234-123412341234}" type="slidenum">
              <a:rPr lang="en-GB"/>
            </a:fld>
            <a:endParaRPr lang="en-GB"/>
          </a:p>
        </p:txBody>
      </p:sp>
      <p:sp>
        <p:nvSpPr>
          <p:cNvPr id="40" name="Google Shape;40;p6"/>
          <p:cNvSpPr/>
          <p:nvPr/>
        </p:nvSpPr>
        <p:spPr>
          <a:xfrm>
            <a:off x="7943750" y="393425"/>
            <a:ext cx="806700" cy="806700"/>
          </a:xfrm>
          <a:prstGeom prst="rect">
            <a:avLst/>
          </a:prstGeom>
          <a:solidFill>
            <a:srgbClr val="FFFFFF">
              <a:alpha val="52690"/>
            </a:srgbClr>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Tree>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ColTx" matchingName="Title + 2 columns">
  <p:cSld name="TITLE_AND_TWO_COLUMNS">
    <p:spTree>
      <p:nvGrpSpPr>
        <p:cNvPr id="41" name="Shape 41"/>
        <p:cNvGrpSpPr/>
        <p:nvPr/>
      </p:nvGrpSpPr>
      <p:grpSpPr>
        <a:xfrm>
          <a:off x="0" y="0"/>
          <a:ext cx="0" cy="0"/>
          <a:chOff x="0" y="0"/>
          <a:chExt cx="0" cy="0"/>
        </a:xfrm>
      </p:grpSpPr>
      <p:sp>
        <p:nvSpPr>
          <p:cNvPr id="42" name="Google Shape;42;p7"/>
          <p:cNvSpPr/>
          <p:nvPr/>
        </p:nvSpPr>
        <p:spPr>
          <a:xfrm>
            <a:off x="1271100" y="-75"/>
            <a:ext cx="7872900" cy="5143500"/>
          </a:xfrm>
          <a:prstGeom prst="rect">
            <a:avLst/>
          </a:prstGeom>
          <a:solidFill>
            <a:srgbClr val="FFFFFF"/>
          </a:solidFill>
          <a:ln>
            <a:noFill/>
          </a:ln>
          <a:effectLst>
            <a:outerShdw blurRad="285750" dist="190500" dir="10800000" algn="bl" rotWithShape="0">
              <a:srgbClr val="000000">
                <a:alpha val="15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43" name="Google Shape;43;p7"/>
          <p:cNvSpPr/>
          <p:nvPr/>
        </p:nvSpPr>
        <p:spPr>
          <a:xfrm>
            <a:off x="8750300" y="4356125"/>
            <a:ext cx="393600" cy="393600"/>
          </a:xfrm>
          <a:prstGeom prst="rect">
            <a:avLst/>
          </a:prstGeom>
          <a:solidFill>
            <a:srgbClr val="FFB000"/>
          </a:solidFill>
          <a:ln>
            <a:noFill/>
          </a:ln>
          <a:effectLst>
            <a:outerShdw blurRad="214313" dist="47625" dir="5400000" algn="bl" rotWithShape="0">
              <a:srgbClr val="000000">
                <a:alpha val="20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44" name="Google Shape;44;p7"/>
          <p:cNvSpPr/>
          <p:nvPr/>
        </p:nvSpPr>
        <p:spPr>
          <a:xfrm>
            <a:off x="877500" y="393525"/>
            <a:ext cx="7872900" cy="806700"/>
          </a:xfrm>
          <a:prstGeom prst="rect">
            <a:avLst/>
          </a:prstGeom>
          <a:solidFill>
            <a:srgbClr val="FFB000"/>
          </a:solidFill>
          <a:ln>
            <a:noFill/>
          </a:ln>
          <a:effectLst>
            <a:outerShdw blurRad="214313" dist="47625" dir="5400000" algn="bl" rotWithShape="0">
              <a:srgbClr val="000000">
                <a:alpha val="20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45" name="Google Shape;45;p7"/>
          <p:cNvSpPr txBox="1"/>
          <p:nvPr>
            <p:ph type="title"/>
          </p:nvPr>
        </p:nvSpPr>
        <p:spPr>
          <a:xfrm>
            <a:off x="1182200" y="393475"/>
            <a:ext cx="6739500" cy="806700"/>
          </a:xfrm>
          <a:prstGeom prst="rect">
            <a:avLst/>
          </a:prstGeom>
        </p:spPr>
        <p:txBody>
          <a:bodyPr spcFirstLastPara="1" wrap="square" lIns="91425" tIns="91425" rIns="91425" bIns="91425" anchor="ctr" anchorCtr="0"/>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6" name="Google Shape;46;p7"/>
          <p:cNvSpPr txBox="1"/>
          <p:nvPr>
            <p:ph type="body" idx="1"/>
          </p:nvPr>
        </p:nvSpPr>
        <p:spPr>
          <a:xfrm>
            <a:off x="1576275" y="1367175"/>
            <a:ext cx="3482400" cy="3382500"/>
          </a:xfrm>
          <a:prstGeom prst="rect">
            <a:avLst/>
          </a:prstGeom>
        </p:spPr>
        <p:txBody>
          <a:bodyPr spcFirstLastPara="1" wrap="square" lIns="91425" tIns="91425" rIns="91425" bIns="91425" anchor="t" anchorCtr="0"/>
          <a:lstStyle>
            <a:lvl1pPr marL="457200" lvl="0" indent="-368300">
              <a:spcBef>
                <a:spcPts val="600"/>
              </a:spcBef>
              <a:spcAft>
                <a:spcPts val="0"/>
              </a:spcAft>
              <a:buSzPts val="2200"/>
              <a:buChar char="▪"/>
              <a:defRPr sz="2200"/>
            </a:lvl1pPr>
            <a:lvl2pPr marL="914400" lvl="1" indent="-368300">
              <a:spcBef>
                <a:spcPts val="0"/>
              </a:spcBef>
              <a:spcAft>
                <a:spcPts val="0"/>
              </a:spcAft>
              <a:buSzPts val="2200"/>
              <a:buChar char="▫"/>
              <a:defRPr sz="2200"/>
            </a:lvl2pPr>
            <a:lvl3pPr marL="1371600" lvl="2" indent="-368300">
              <a:spcBef>
                <a:spcPts val="0"/>
              </a:spcBef>
              <a:spcAft>
                <a:spcPts val="0"/>
              </a:spcAft>
              <a:buSzPts val="2200"/>
              <a:buChar char="▫"/>
              <a:defRPr sz="2200"/>
            </a:lvl3pPr>
            <a:lvl4pPr marL="1828800" lvl="3" indent="-368300">
              <a:spcBef>
                <a:spcPts val="0"/>
              </a:spcBef>
              <a:spcAft>
                <a:spcPts val="0"/>
              </a:spcAft>
              <a:buSzPts val="2200"/>
              <a:buChar char="▫"/>
              <a:defRPr sz="2200"/>
            </a:lvl4pPr>
            <a:lvl5pPr marL="2286000" lvl="4" indent="-368300">
              <a:spcBef>
                <a:spcPts val="0"/>
              </a:spcBef>
              <a:spcAft>
                <a:spcPts val="0"/>
              </a:spcAft>
              <a:buSzPts val="2200"/>
              <a:buChar char="○"/>
              <a:defRPr sz="2200"/>
            </a:lvl5pPr>
            <a:lvl6pPr marL="2743200" lvl="5" indent="-368300">
              <a:spcBef>
                <a:spcPts val="0"/>
              </a:spcBef>
              <a:spcAft>
                <a:spcPts val="0"/>
              </a:spcAft>
              <a:buSzPts val="2200"/>
              <a:buChar char="■"/>
              <a:defRPr sz="2200"/>
            </a:lvl6pPr>
            <a:lvl7pPr marL="3200400" lvl="6" indent="-368300">
              <a:spcBef>
                <a:spcPts val="0"/>
              </a:spcBef>
              <a:spcAft>
                <a:spcPts val="0"/>
              </a:spcAft>
              <a:buSzPts val="2200"/>
              <a:buChar char="●"/>
              <a:defRPr sz="2200"/>
            </a:lvl7pPr>
            <a:lvl8pPr marL="3657600" lvl="7" indent="-368300">
              <a:spcBef>
                <a:spcPts val="0"/>
              </a:spcBef>
              <a:spcAft>
                <a:spcPts val="0"/>
              </a:spcAft>
              <a:buSzPts val="2200"/>
              <a:buChar char="○"/>
              <a:defRPr sz="2200"/>
            </a:lvl8pPr>
            <a:lvl9pPr marL="4114800" lvl="8" indent="-368300">
              <a:spcBef>
                <a:spcPts val="0"/>
              </a:spcBef>
              <a:spcAft>
                <a:spcPts val="0"/>
              </a:spcAft>
              <a:buSzPts val="2200"/>
              <a:buChar char="■"/>
              <a:defRPr sz="2200"/>
            </a:lvl9pPr>
          </a:lstStyle>
          <a:p/>
        </p:txBody>
      </p:sp>
      <p:sp>
        <p:nvSpPr>
          <p:cNvPr id="47" name="Google Shape;47;p7"/>
          <p:cNvSpPr txBox="1"/>
          <p:nvPr>
            <p:ph type="body" idx="2"/>
          </p:nvPr>
        </p:nvSpPr>
        <p:spPr>
          <a:xfrm>
            <a:off x="5268071" y="1367175"/>
            <a:ext cx="3482400" cy="3382500"/>
          </a:xfrm>
          <a:prstGeom prst="rect">
            <a:avLst/>
          </a:prstGeom>
        </p:spPr>
        <p:txBody>
          <a:bodyPr spcFirstLastPara="1" wrap="square" lIns="91425" tIns="91425" rIns="91425" bIns="91425" anchor="t" anchorCtr="0"/>
          <a:lstStyle>
            <a:lvl1pPr marL="457200" lvl="0" indent="-368300">
              <a:spcBef>
                <a:spcPts val="600"/>
              </a:spcBef>
              <a:spcAft>
                <a:spcPts val="0"/>
              </a:spcAft>
              <a:buSzPts val="2200"/>
              <a:buChar char="▪"/>
              <a:defRPr sz="2200"/>
            </a:lvl1pPr>
            <a:lvl2pPr marL="914400" lvl="1" indent="-368300">
              <a:spcBef>
                <a:spcPts val="0"/>
              </a:spcBef>
              <a:spcAft>
                <a:spcPts val="0"/>
              </a:spcAft>
              <a:buSzPts val="2200"/>
              <a:buChar char="▫"/>
              <a:defRPr sz="2200"/>
            </a:lvl2pPr>
            <a:lvl3pPr marL="1371600" lvl="2" indent="-368300">
              <a:spcBef>
                <a:spcPts val="0"/>
              </a:spcBef>
              <a:spcAft>
                <a:spcPts val="0"/>
              </a:spcAft>
              <a:buSzPts val="2200"/>
              <a:buChar char="▫"/>
              <a:defRPr sz="2200"/>
            </a:lvl3pPr>
            <a:lvl4pPr marL="1828800" lvl="3" indent="-368300">
              <a:spcBef>
                <a:spcPts val="0"/>
              </a:spcBef>
              <a:spcAft>
                <a:spcPts val="0"/>
              </a:spcAft>
              <a:buSzPts val="2200"/>
              <a:buChar char="▫"/>
              <a:defRPr sz="2200"/>
            </a:lvl4pPr>
            <a:lvl5pPr marL="2286000" lvl="4" indent="-368300">
              <a:spcBef>
                <a:spcPts val="0"/>
              </a:spcBef>
              <a:spcAft>
                <a:spcPts val="0"/>
              </a:spcAft>
              <a:buSzPts val="2200"/>
              <a:buChar char="○"/>
              <a:defRPr sz="2200"/>
            </a:lvl5pPr>
            <a:lvl6pPr marL="2743200" lvl="5" indent="-368300">
              <a:spcBef>
                <a:spcPts val="0"/>
              </a:spcBef>
              <a:spcAft>
                <a:spcPts val="0"/>
              </a:spcAft>
              <a:buSzPts val="2200"/>
              <a:buChar char="■"/>
              <a:defRPr sz="2200"/>
            </a:lvl6pPr>
            <a:lvl7pPr marL="3200400" lvl="6" indent="-368300">
              <a:spcBef>
                <a:spcPts val="0"/>
              </a:spcBef>
              <a:spcAft>
                <a:spcPts val="0"/>
              </a:spcAft>
              <a:buSzPts val="2200"/>
              <a:buChar char="●"/>
              <a:defRPr sz="2200"/>
            </a:lvl7pPr>
            <a:lvl8pPr marL="3657600" lvl="7" indent="-368300">
              <a:spcBef>
                <a:spcPts val="0"/>
              </a:spcBef>
              <a:spcAft>
                <a:spcPts val="0"/>
              </a:spcAft>
              <a:buSzPts val="2200"/>
              <a:buChar char="○"/>
              <a:defRPr sz="2200"/>
            </a:lvl8pPr>
            <a:lvl9pPr marL="4114800" lvl="8" indent="-368300">
              <a:spcBef>
                <a:spcPts val="0"/>
              </a:spcBef>
              <a:spcAft>
                <a:spcPts val="0"/>
              </a:spcAft>
              <a:buSzPts val="2200"/>
              <a:buChar char="■"/>
              <a:defRPr sz="2200"/>
            </a:lvl9pPr>
          </a:lstStyle>
          <a:p/>
        </p:txBody>
      </p:sp>
      <p:sp>
        <p:nvSpPr>
          <p:cNvPr id="48" name="Google Shape;48;p7"/>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fld>
            <a:endParaRPr lang="en-GB"/>
          </a:p>
        </p:txBody>
      </p:sp>
      <p:sp>
        <p:nvSpPr>
          <p:cNvPr id="49" name="Google Shape;49;p7"/>
          <p:cNvSpPr/>
          <p:nvPr/>
        </p:nvSpPr>
        <p:spPr>
          <a:xfrm>
            <a:off x="7943750" y="393425"/>
            <a:ext cx="806700" cy="806700"/>
          </a:xfrm>
          <a:prstGeom prst="rect">
            <a:avLst/>
          </a:prstGeom>
          <a:solidFill>
            <a:srgbClr val="FFFFFF">
              <a:alpha val="52690"/>
            </a:srgbClr>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Tree>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50" name="Shape 50"/>
        <p:cNvGrpSpPr/>
        <p:nvPr/>
      </p:nvGrpSpPr>
      <p:grpSpPr>
        <a:xfrm>
          <a:off x="0" y="0"/>
          <a:ext cx="0" cy="0"/>
          <a:chOff x="0" y="0"/>
          <a:chExt cx="0" cy="0"/>
        </a:xfrm>
      </p:grpSpPr>
      <p:sp>
        <p:nvSpPr>
          <p:cNvPr id="51" name="Google Shape;51;p8"/>
          <p:cNvSpPr/>
          <p:nvPr/>
        </p:nvSpPr>
        <p:spPr>
          <a:xfrm>
            <a:off x="1271100" y="-75"/>
            <a:ext cx="7872900" cy="5143500"/>
          </a:xfrm>
          <a:prstGeom prst="rect">
            <a:avLst/>
          </a:prstGeom>
          <a:solidFill>
            <a:srgbClr val="FFFFFF"/>
          </a:solidFill>
          <a:ln>
            <a:noFill/>
          </a:ln>
          <a:effectLst>
            <a:outerShdw blurRad="285750" dist="190500" dir="10800000" algn="bl" rotWithShape="0">
              <a:srgbClr val="000000">
                <a:alpha val="15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52" name="Google Shape;52;p8"/>
          <p:cNvSpPr/>
          <p:nvPr/>
        </p:nvSpPr>
        <p:spPr>
          <a:xfrm>
            <a:off x="8750300" y="4356125"/>
            <a:ext cx="393600" cy="393600"/>
          </a:xfrm>
          <a:prstGeom prst="rect">
            <a:avLst/>
          </a:prstGeom>
          <a:solidFill>
            <a:srgbClr val="FFB000"/>
          </a:solidFill>
          <a:ln>
            <a:noFill/>
          </a:ln>
          <a:effectLst>
            <a:outerShdw blurRad="214313" dist="47625" dir="5400000" algn="bl" rotWithShape="0">
              <a:srgbClr val="000000">
                <a:alpha val="20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53" name="Google Shape;53;p8"/>
          <p:cNvSpPr/>
          <p:nvPr/>
        </p:nvSpPr>
        <p:spPr>
          <a:xfrm>
            <a:off x="877500" y="393525"/>
            <a:ext cx="7872900" cy="806700"/>
          </a:xfrm>
          <a:prstGeom prst="rect">
            <a:avLst/>
          </a:prstGeom>
          <a:solidFill>
            <a:srgbClr val="FFB000"/>
          </a:solidFill>
          <a:ln>
            <a:noFill/>
          </a:ln>
          <a:effectLst>
            <a:outerShdw blurRad="214313" dist="47625" dir="5400000" algn="bl" rotWithShape="0">
              <a:srgbClr val="000000">
                <a:alpha val="20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54" name="Google Shape;54;p8"/>
          <p:cNvSpPr txBox="1"/>
          <p:nvPr>
            <p:ph type="title"/>
          </p:nvPr>
        </p:nvSpPr>
        <p:spPr>
          <a:xfrm>
            <a:off x="1182200" y="393475"/>
            <a:ext cx="6739500" cy="806700"/>
          </a:xfrm>
          <a:prstGeom prst="rect">
            <a:avLst/>
          </a:prstGeom>
        </p:spPr>
        <p:txBody>
          <a:bodyPr spcFirstLastPara="1" wrap="square" lIns="91425" tIns="91425" rIns="91425" bIns="91425" anchor="ctr" anchorCtr="0"/>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55" name="Google Shape;55;p8"/>
          <p:cNvSpPr txBox="1"/>
          <p:nvPr>
            <p:ph type="body" idx="1"/>
          </p:nvPr>
        </p:nvSpPr>
        <p:spPr>
          <a:xfrm>
            <a:off x="1560175" y="1375225"/>
            <a:ext cx="2317500" cy="3374700"/>
          </a:xfrm>
          <a:prstGeom prst="rect">
            <a:avLst/>
          </a:prstGeom>
        </p:spPr>
        <p:txBody>
          <a:bodyPr spcFirstLastPara="1" wrap="square" lIns="91425" tIns="91425" rIns="91425" bIns="91425" anchor="t" anchorCtr="0"/>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sz="1800"/>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p:txBody>
      </p:sp>
      <p:sp>
        <p:nvSpPr>
          <p:cNvPr id="56" name="Google Shape;56;p8"/>
          <p:cNvSpPr txBox="1"/>
          <p:nvPr>
            <p:ph type="body" idx="2"/>
          </p:nvPr>
        </p:nvSpPr>
        <p:spPr>
          <a:xfrm>
            <a:off x="3996525" y="1375225"/>
            <a:ext cx="2317500" cy="3374700"/>
          </a:xfrm>
          <a:prstGeom prst="rect">
            <a:avLst/>
          </a:prstGeom>
        </p:spPr>
        <p:txBody>
          <a:bodyPr spcFirstLastPara="1" wrap="square" lIns="91425" tIns="91425" rIns="91425" bIns="91425" anchor="t" anchorCtr="0"/>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sz="1800"/>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p:txBody>
      </p:sp>
      <p:sp>
        <p:nvSpPr>
          <p:cNvPr id="57" name="Google Shape;57;p8"/>
          <p:cNvSpPr txBox="1"/>
          <p:nvPr>
            <p:ph type="body" idx="3"/>
          </p:nvPr>
        </p:nvSpPr>
        <p:spPr>
          <a:xfrm>
            <a:off x="6432874" y="1375225"/>
            <a:ext cx="2317500" cy="3374700"/>
          </a:xfrm>
          <a:prstGeom prst="rect">
            <a:avLst/>
          </a:prstGeom>
        </p:spPr>
        <p:txBody>
          <a:bodyPr spcFirstLastPara="1" wrap="square" lIns="91425" tIns="91425" rIns="91425" bIns="91425" anchor="t" anchorCtr="0"/>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sz="1800"/>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p:txBody>
      </p:sp>
      <p:sp>
        <p:nvSpPr>
          <p:cNvPr id="58" name="Google Shape;58;p8"/>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fld>
            <a:endParaRPr lang="en-GB"/>
          </a:p>
        </p:txBody>
      </p:sp>
      <p:sp>
        <p:nvSpPr>
          <p:cNvPr id="59" name="Google Shape;59;p8"/>
          <p:cNvSpPr/>
          <p:nvPr/>
        </p:nvSpPr>
        <p:spPr>
          <a:xfrm>
            <a:off x="7943750" y="393425"/>
            <a:ext cx="806700" cy="806700"/>
          </a:xfrm>
          <a:prstGeom prst="rect">
            <a:avLst/>
          </a:prstGeom>
          <a:solidFill>
            <a:srgbClr val="FFFFFF">
              <a:alpha val="52690"/>
            </a:srgbClr>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Tree>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60" name="Shape 60"/>
        <p:cNvGrpSpPr/>
        <p:nvPr/>
      </p:nvGrpSpPr>
      <p:grpSpPr>
        <a:xfrm>
          <a:off x="0" y="0"/>
          <a:ext cx="0" cy="0"/>
          <a:chOff x="0" y="0"/>
          <a:chExt cx="0" cy="0"/>
        </a:xfrm>
      </p:grpSpPr>
      <p:sp>
        <p:nvSpPr>
          <p:cNvPr id="61" name="Google Shape;61;p9"/>
          <p:cNvSpPr/>
          <p:nvPr/>
        </p:nvSpPr>
        <p:spPr>
          <a:xfrm>
            <a:off x="1271100" y="-75"/>
            <a:ext cx="7872900" cy="5143500"/>
          </a:xfrm>
          <a:prstGeom prst="rect">
            <a:avLst/>
          </a:prstGeom>
          <a:solidFill>
            <a:srgbClr val="FFFFFF"/>
          </a:solidFill>
          <a:ln>
            <a:noFill/>
          </a:ln>
          <a:effectLst>
            <a:outerShdw blurRad="285750" dist="190500" dir="10800000" algn="bl" rotWithShape="0">
              <a:srgbClr val="000000">
                <a:alpha val="15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62" name="Google Shape;62;p9"/>
          <p:cNvSpPr/>
          <p:nvPr/>
        </p:nvSpPr>
        <p:spPr>
          <a:xfrm>
            <a:off x="8750300" y="4356125"/>
            <a:ext cx="393600" cy="393600"/>
          </a:xfrm>
          <a:prstGeom prst="rect">
            <a:avLst/>
          </a:prstGeom>
          <a:solidFill>
            <a:srgbClr val="FFB000"/>
          </a:solidFill>
          <a:ln>
            <a:noFill/>
          </a:ln>
          <a:effectLst>
            <a:outerShdw blurRad="214313" dist="47625" dir="5400000" algn="bl" rotWithShape="0">
              <a:srgbClr val="000000">
                <a:alpha val="20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63" name="Google Shape;63;p9"/>
          <p:cNvSpPr/>
          <p:nvPr/>
        </p:nvSpPr>
        <p:spPr>
          <a:xfrm>
            <a:off x="877500" y="393525"/>
            <a:ext cx="7872900" cy="806700"/>
          </a:xfrm>
          <a:prstGeom prst="rect">
            <a:avLst/>
          </a:prstGeom>
          <a:solidFill>
            <a:srgbClr val="FFB000"/>
          </a:solidFill>
          <a:ln>
            <a:noFill/>
          </a:ln>
          <a:effectLst>
            <a:outerShdw blurRad="214313" dist="47625" dir="5400000" algn="bl" rotWithShape="0">
              <a:srgbClr val="000000">
                <a:alpha val="20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64" name="Google Shape;64;p9"/>
          <p:cNvSpPr txBox="1"/>
          <p:nvPr>
            <p:ph type="title"/>
          </p:nvPr>
        </p:nvSpPr>
        <p:spPr>
          <a:xfrm>
            <a:off x="1182200" y="393475"/>
            <a:ext cx="6739500" cy="806700"/>
          </a:xfrm>
          <a:prstGeom prst="rect">
            <a:avLst/>
          </a:prstGeom>
        </p:spPr>
        <p:txBody>
          <a:bodyPr spcFirstLastPara="1" wrap="square" lIns="91425" tIns="91425" rIns="91425" bIns="91425" anchor="ctr" anchorCtr="0"/>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65" name="Google Shape;65;p9"/>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fld>
            <a:endParaRPr lang="en-GB"/>
          </a:p>
        </p:txBody>
      </p:sp>
      <p:sp>
        <p:nvSpPr>
          <p:cNvPr id="66" name="Google Shape;66;p9"/>
          <p:cNvSpPr/>
          <p:nvPr/>
        </p:nvSpPr>
        <p:spPr>
          <a:xfrm>
            <a:off x="7943750" y="393425"/>
            <a:ext cx="806700" cy="806700"/>
          </a:xfrm>
          <a:prstGeom prst="rect">
            <a:avLst/>
          </a:prstGeom>
          <a:solidFill>
            <a:srgbClr val="FFFFFF">
              <a:alpha val="52690"/>
            </a:srgbClr>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Tree>
  </p:cSld>
  <p:clrMapOvr>
    <a:masterClrMapping/>
  </p:clrMapOvr>
  <p:transition>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67" name="Shape 67"/>
        <p:cNvGrpSpPr/>
        <p:nvPr/>
      </p:nvGrpSpPr>
      <p:grpSpPr>
        <a:xfrm>
          <a:off x="0" y="0"/>
          <a:ext cx="0" cy="0"/>
          <a:chOff x="0" y="0"/>
          <a:chExt cx="0" cy="0"/>
        </a:xfrm>
      </p:grpSpPr>
      <p:sp>
        <p:nvSpPr>
          <p:cNvPr id="68" name="Google Shape;68;p10"/>
          <p:cNvSpPr/>
          <p:nvPr/>
        </p:nvSpPr>
        <p:spPr>
          <a:xfrm>
            <a:off x="1271100" y="-75"/>
            <a:ext cx="7872900" cy="5143500"/>
          </a:xfrm>
          <a:prstGeom prst="rect">
            <a:avLst/>
          </a:prstGeom>
          <a:solidFill>
            <a:srgbClr val="FFFFFF"/>
          </a:solidFill>
          <a:ln>
            <a:noFill/>
          </a:ln>
          <a:effectLst>
            <a:outerShdw blurRad="285750" dist="190500" dir="10800000" algn="bl" rotWithShape="0">
              <a:srgbClr val="000000">
                <a:alpha val="15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69" name="Google Shape;69;p10"/>
          <p:cNvSpPr/>
          <p:nvPr/>
        </p:nvSpPr>
        <p:spPr>
          <a:xfrm>
            <a:off x="8750300" y="4356125"/>
            <a:ext cx="393600" cy="393600"/>
          </a:xfrm>
          <a:prstGeom prst="rect">
            <a:avLst/>
          </a:prstGeom>
          <a:solidFill>
            <a:srgbClr val="FFB000"/>
          </a:solidFill>
          <a:ln>
            <a:noFill/>
          </a:ln>
          <a:effectLst>
            <a:outerShdw blurRad="214313" dist="47625" dir="5400000" algn="bl" rotWithShape="0">
              <a:srgbClr val="000000">
                <a:alpha val="20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70" name="Google Shape;70;p10"/>
          <p:cNvSpPr/>
          <p:nvPr/>
        </p:nvSpPr>
        <p:spPr>
          <a:xfrm>
            <a:off x="877500" y="4356125"/>
            <a:ext cx="7479300" cy="393600"/>
          </a:xfrm>
          <a:prstGeom prst="rect">
            <a:avLst/>
          </a:prstGeom>
          <a:solidFill>
            <a:srgbClr val="FFB000"/>
          </a:solidFill>
          <a:ln>
            <a:noFill/>
          </a:ln>
          <a:effectLst>
            <a:outerShdw blurRad="214313" dist="47625" dir="5400000" algn="bl" rotWithShape="0">
              <a:srgbClr val="000000">
                <a:alpha val="20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71" name="Google Shape;71;p10"/>
          <p:cNvSpPr txBox="1"/>
          <p:nvPr>
            <p:ph type="body" idx="1"/>
          </p:nvPr>
        </p:nvSpPr>
        <p:spPr>
          <a:xfrm>
            <a:off x="1182200" y="4356200"/>
            <a:ext cx="7174500" cy="393600"/>
          </a:xfrm>
          <a:prstGeom prst="rect">
            <a:avLst/>
          </a:prstGeom>
        </p:spPr>
        <p:txBody>
          <a:bodyPr spcFirstLastPara="1" wrap="square" lIns="91425" tIns="91425" rIns="91425" bIns="91425" anchor="ctr" anchorCtr="0"/>
          <a:lstStyle>
            <a:lvl1pPr marL="457200" lvl="0" indent="-228600">
              <a:spcBef>
                <a:spcPts val="0"/>
              </a:spcBef>
              <a:spcAft>
                <a:spcPts val="0"/>
              </a:spcAft>
              <a:buClr>
                <a:srgbClr val="FFFFFF"/>
              </a:buClr>
              <a:buSzPts val="1600"/>
              <a:buNone/>
              <a:defRPr sz="1600">
                <a:solidFill>
                  <a:srgbClr val="FFFFFF"/>
                </a:solidFill>
              </a:defRPr>
            </a:lvl1pPr>
          </a:lstStyle>
          <a:p/>
        </p:txBody>
      </p:sp>
      <p:sp>
        <p:nvSpPr>
          <p:cNvPr id="72" name="Google Shape;72;p10"/>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fld>
            <a:endParaRPr lang="en-GB"/>
          </a:p>
        </p:txBody>
      </p:sp>
      <p:sp>
        <p:nvSpPr>
          <p:cNvPr id="73" name="Google Shape;73;p10"/>
          <p:cNvSpPr/>
          <p:nvPr/>
        </p:nvSpPr>
        <p:spPr>
          <a:xfrm>
            <a:off x="7963200" y="4356125"/>
            <a:ext cx="393600" cy="393600"/>
          </a:xfrm>
          <a:prstGeom prst="rect">
            <a:avLst/>
          </a:prstGeom>
          <a:solidFill>
            <a:srgbClr val="FFFFFF">
              <a:alpha val="52690"/>
            </a:srgbClr>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Tree>
  </p:cSld>
  <p:clrMapOvr>
    <a:masterClrMapping/>
  </p:clrMapOvr>
  <p:transition>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74" name="Shape 74"/>
        <p:cNvGrpSpPr/>
        <p:nvPr/>
      </p:nvGrpSpPr>
      <p:grpSpPr>
        <a:xfrm>
          <a:off x="0" y="0"/>
          <a:ext cx="0" cy="0"/>
          <a:chOff x="0" y="0"/>
          <a:chExt cx="0" cy="0"/>
        </a:xfrm>
      </p:grpSpPr>
      <p:sp>
        <p:nvSpPr>
          <p:cNvPr id="75" name="Google Shape;75;p11"/>
          <p:cNvSpPr/>
          <p:nvPr/>
        </p:nvSpPr>
        <p:spPr>
          <a:xfrm>
            <a:off x="1271100" y="-75"/>
            <a:ext cx="7872900" cy="5143500"/>
          </a:xfrm>
          <a:prstGeom prst="rect">
            <a:avLst/>
          </a:prstGeom>
          <a:solidFill>
            <a:srgbClr val="FFFFFF"/>
          </a:solidFill>
          <a:ln>
            <a:noFill/>
          </a:ln>
          <a:effectLst>
            <a:outerShdw blurRad="285750" dist="190500" dir="10800000" algn="bl" rotWithShape="0">
              <a:srgbClr val="000000">
                <a:alpha val="15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76" name="Google Shape;76;p11"/>
          <p:cNvSpPr/>
          <p:nvPr/>
        </p:nvSpPr>
        <p:spPr>
          <a:xfrm>
            <a:off x="8750300" y="4356125"/>
            <a:ext cx="393600" cy="393600"/>
          </a:xfrm>
          <a:prstGeom prst="rect">
            <a:avLst/>
          </a:prstGeom>
          <a:solidFill>
            <a:srgbClr val="FFB000"/>
          </a:solidFill>
          <a:ln>
            <a:noFill/>
          </a:ln>
          <a:effectLst>
            <a:outerShdw blurRad="214313" dist="47625" dir="5400000" algn="bl" rotWithShape="0">
              <a:srgbClr val="000000">
                <a:alpha val="20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77" name="Google Shape;77;p11"/>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fld>
            <a:endParaRPr lang="en-GB"/>
          </a:p>
        </p:txBody>
      </p:sp>
    </p:spTree>
  </p:cSld>
  <p:clrMapOvr>
    <a:masterClrMapping/>
  </p:clrMapOvr>
  <p:transition>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with icon space">
  <p:cSld name="BLANK_1">
    <p:spTree>
      <p:nvGrpSpPr>
        <p:cNvPr id="78" name="Shape 78"/>
        <p:cNvGrpSpPr/>
        <p:nvPr/>
      </p:nvGrpSpPr>
      <p:grpSpPr>
        <a:xfrm>
          <a:off x="0" y="0"/>
          <a:ext cx="0" cy="0"/>
          <a:chOff x="0" y="0"/>
          <a:chExt cx="0" cy="0"/>
        </a:xfrm>
      </p:grpSpPr>
      <p:sp>
        <p:nvSpPr>
          <p:cNvPr id="79" name="Google Shape;79;p12"/>
          <p:cNvSpPr/>
          <p:nvPr/>
        </p:nvSpPr>
        <p:spPr>
          <a:xfrm>
            <a:off x="1271100" y="-75"/>
            <a:ext cx="7872900" cy="5143500"/>
          </a:xfrm>
          <a:prstGeom prst="rect">
            <a:avLst/>
          </a:prstGeom>
          <a:solidFill>
            <a:srgbClr val="FFFFFF"/>
          </a:solidFill>
          <a:ln>
            <a:noFill/>
          </a:ln>
          <a:effectLst>
            <a:outerShdw blurRad="285750" dist="190500" dir="10800000" algn="bl" rotWithShape="0">
              <a:srgbClr val="000000">
                <a:alpha val="15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80" name="Google Shape;80;p12"/>
          <p:cNvSpPr/>
          <p:nvPr/>
        </p:nvSpPr>
        <p:spPr>
          <a:xfrm>
            <a:off x="8750300" y="4356125"/>
            <a:ext cx="393600" cy="393600"/>
          </a:xfrm>
          <a:prstGeom prst="rect">
            <a:avLst/>
          </a:prstGeom>
          <a:solidFill>
            <a:srgbClr val="FFB000"/>
          </a:solidFill>
          <a:ln>
            <a:noFill/>
          </a:ln>
          <a:effectLst>
            <a:outerShdw blurRad="214313" dist="47625" dir="5400000" algn="bl" rotWithShape="0">
              <a:srgbClr val="000000">
                <a:alpha val="20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81" name="Google Shape;81;p12"/>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spcBef>
                <a:spcPts val="0"/>
              </a:spcBef>
              <a:spcAft>
                <a:spcPts val="0"/>
              </a:spcAft>
              <a:buNone/>
            </a:pPr>
            <a:fld id="{00000000-1234-1234-1234-123412341234}" type="slidenum">
              <a:rPr lang="en-GB"/>
            </a:fld>
            <a:endParaRPr lang="en-GB"/>
          </a:p>
        </p:txBody>
      </p:sp>
      <p:sp>
        <p:nvSpPr>
          <p:cNvPr id="82" name="Google Shape;82;p12"/>
          <p:cNvSpPr/>
          <p:nvPr/>
        </p:nvSpPr>
        <p:spPr>
          <a:xfrm>
            <a:off x="867750" y="393425"/>
            <a:ext cx="806700" cy="806700"/>
          </a:xfrm>
          <a:prstGeom prst="rect">
            <a:avLst/>
          </a:prstGeom>
          <a:solidFill>
            <a:srgbClr val="FFB000"/>
          </a:solidFill>
          <a:ln>
            <a:noFill/>
          </a:ln>
          <a:effectLst>
            <a:outerShdw blurRad="214313" dist="47625" dir="5400000" algn="bl" rotWithShape="0">
              <a:srgbClr val="000000">
                <a:alpha val="20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Tree>
  </p:cSld>
  <p:clrMapOvr>
    <a:masterClrMapping/>
  </p:clrMapOvr>
  <p:transition>
    <p:fade thruBlk="1"/>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Full background image">
  <p:cSld name="BLANK_1_1">
    <p:spTree>
      <p:nvGrpSpPr>
        <p:cNvPr id="83" name="Shape 83"/>
        <p:cNvGrpSpPr/>
        <p:nvPr/>
      </p:nvGrpSpPr>
      <p:grpSpPr>
        <a:xfrm>
          <a:off x="0" y="0"/>
          <a:ext cx="0" cy="0"/>
          <a:chOff x="0" y="0"/>
          <a:chExt cx="0" cy="0"/>
        </a:xfrm>
      </p:grpSpPr>
      <p:sp>
        <p:nvSpPr>
          <p:cNvPr id="84" name="Google Shape;84;p13"/>
          <p:cNvSpPr/>
          <p:nvPr/>
        </p:nvSpPr>
        <p:spPr>
          <a:xfrm>
            <a:off x="7872900" y="-75"/>
            <a:ext cx="1271100" cy="5143500"/>
          </a:xfrm>
          <a:prstGeom prst="rect">
            <a:avLst/>
          </a:prstGeom>
          <a:solidFill>
            <a:srgbClr val="FFFFFF"/>
          </a:solidFill>
          <a:ln>
            <a:noFill/>
          </a:ln>
          <a:effectLst>
            <a:outerShdw blurRad="285750" dist="190500" dir="10800000" algn="bl" rotWithShape="0">
              <a:srgbClr val="000000">
                <a:alpha val="15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85" name="Google Shape;85;p13"/>
          <p:cNvSpPr/>
          <p:nvPr/>
        </p:nvSpPr>
        <p:spPr>
          <a:xfrm>
            <a:off x="8750300" y="4356125"/>
            <a:ext cx="393600" cy="393600"/>
          </a:xfrm>
          <a:prstGeom prst="rect">
            <a:avLst/>
          </a:prstGeom>
          <a:solidFill>
            <a:srgbClr val="FFB000"/>
          </a:solidFill>
          <a:ln>
            <a:noFill/>
          </a:ln>
          <a:effectLst>
            <a:outerShdw blurRad="214313" dist="47625" dir="5400000" algn="bl" rotWithShape="0">
              <a:srgbClr val="000000">
                <a:alpha val="20000"/>
              </a:srgbClr>
            </a:outerShdw>
          </a:effectLst>
        </p:spPr>
        <p:txBody>
          <a:bodyPr spcFirstLastPara="1" wrap="square" lIns="91425" tIns="91425" rIns="91425" bIns="91425" anchor="ctr" anchorCtr="0">
            <a:noAutofit/>
          </a:bodyPr>
          <a:lstStyle/>
          <a:p>
            <a:pPr marL="0" lvl="0" indent="0">
              <a:spcBef>
                <a:spcPts val="0"/>
              </a:spcBef>
              <a:spcAft>
                <a:spcPts val="0"/>
              </a:spcAft>
              <a:buNone/>
            </a:pPr>
          </a:p>
        </p:txBody>
      </p:sp>
      <p:sp>
        <p:nvSpPr>
          <p:cNvPr id="86" name="Google Shape;86;p13"/>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spcBef>
                <a:spcPts val="0"/>
              </a:spcBef>
              <a:spcAft>
                <a:spcPts val="0"/>
              </a:spcAft>
              <a:buNone/>
            </a:pPr>
            <a:fld id="{00000000-1234-1234-1234-123412341234}" type="slidenum">
              <a:rPr lang="en-GB"/>
            </a:fld>
            <a:endParaRPr lang="en-GB"/>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1182200" y="393475"/>
            <a:ext cx="6739500" cy="806700"/>
          </a:xfrm>
          <a:prstGeom prst="rect">
            <a:avLst/>
          </a:prstGeom>
          <a:noFill/>
          <a:ln>
            <a:noFill/>
          </a:ln>
        </p:spPr>
        <p:txBody>
          <a:bodyPr spcFirstLastPara="1" wrap="square" lIns="91425" tIns="91425" rIns="91425" bIns="91425" anchor="ctr" anchorCtr="0"/>
          <a:lstStyle>
            <a:lvl1pPr lvl="0">
              <a:spcBef>
                <a:spcPts val="0"/>
              </a:spcBef>
              <a:spcAft>
                <a:spcPts val="0"/>
              </a:spcAft>
              <a:buClr>
                <a:srgbClr val="FFFFFF"/>
              </a:buClr>
              <a:buSzPts val="2400"/>
              <a:buFont typeface="Barlow" panose="00000500000000000000"/>
              <a:buNone/>
              <a:defRPr sz="2400" b="1">
                <a:solidFill>
                  <a:srgbClr val="FFFFFF"/>
                </a:solidFill>
                <a:latin typeface="Barlow" panose="00000500000000000000"/>
                <a:ea typeface="Barlow" panose="00000500000000000000"/>
                <a:cs typeface="Barlow" panose="00000500000000000000"/>
                <a:sym typeface="Barlow" panose="00000500000000000000"/>
              </a:defRPr>
            </a:lvl1pPr>
            <a:lvl2pPr lvl="1">
              <a:spcBef>
                <a:spcPts val="0"/>
              </a:spcBef>
              <a:spcAft>
                <a:spcPts val="0"/>
              </a:spcAft>
              <a:buClr>
                <a:srgbClr val="FFFFFF"/>
              </a:buClr>
              <a:buSzPts val="2400"/>
              <a:buFont typeface="Barlow" panose="00000500000000000000"/>
              <a:buNone/>
              <a:defRPr sz="2400" b="1">
                <a:solidFill>
                  <a:srgbClr val="FFFFFF"/>
                </a:solidFill>
                <a:latin typeface="Barlow" panose="00000500000000000000"/>
                <a:ea typeface="Barlow" panose="00000500000000000000"/>
                <a:cs typeface="Barlow" panose="00000500000000000000"/>
                <a:sym typeface="Barlow" panose="00000500000000000000"/>
              </a:defRPr>
            </a:lvl2pPr>
            <a:lvl3pPr lvl="2">
              <a:spcBef>
                <a:spcPts val="0"/>
              </a:spcBef>
              <a:spcAft>
                <a:spcPts val="0"/>
              </a:spcAft>
              <a:buClr>
                <a:srgbClr val="FFFFFF"/>
              </a:buClr>
              <a:buSzPts val="2400"/>
              <a:buFont typeface="Barlow" panose="00000500000000000000"/>
              <a:buNone/>
              <a:defRPr sz="2400" b="1">
                <a:solidFill>
                  <a:srgbClr val="FFFFFF"/>
                </a:solidFill>
                <a:latin typeface="Barlow" panose="00000500000000000000"/>
                <a:ea typeface="Barlow" panose="00000500000000000000"/>
                <a:cs typeface="Barlow" panose="00000500000000000000"/>
                <a:sym typeface="Barlow" panose="00000500000000000000"/>
              </a:defRPr>
            </a:lvl3pPr>
            <a:lvl4pPr lvl="3">
              <a:spcBef>
                <a:spcPts val="0"/>
              </a:spcBef>
              <a:spcAft>
                <a:spcPts val="0"/>
              </a:spcAft>
              <a:buClr>
                <a:srgbClr val="FFFFFF"/>
              </a:buClr>
              <a:buSzPts val="2400"/>
              <a:buFont typeface="Barlow" panose="00000500000000000000"/>
              <a:buNone/>
              <a:defRPr sz="2400" b="1">
                <a:solidFill>
                  <a:srgbClr val="FFFFFF"/>
                </a:solidFill>
                <a:latin typeface="Barlow" panose="00000500000000000000"/>
                <a:ea typeface="Barlow" panose="00000500000000000000"/>
                <a:cs typeface="Barlow" panose="00000500000000000000"/>
                <a:sym typeface="Barlow" panose="00000500000000000000"/>
              </a:defRPr>
            </a:lvl4pPr>
            <a:lvl5pPr lvl="4">
              <a:spcBef>
                <a:spcPts val="0"/>
              </a:spcBef>
              <a:spcAft>
                <a:spcPts val="0"/>
              </a:spcAft>
              <a:buClr>
                <a:srgbClr val="FFFFFF"/>
              </a:buClr>
              <a:buSzPts val="2400"/>
              <a:buFont typeface="Barlow" panose="00000500000000000000"/>
              <a:buNone/>
              <a:defRPr sz="2400" b="1">
                <a:solidFill>
                  <a:srgbClr val="FFFFFF"/>
                </a:solidFill>
                <a:latin typeface="Barlow" panose="00000500000000000000"/>
                <a:ea typeface="Barlow" panose="00000500000000000000"/>
                <a:cs typeface="Barlow" panose="00000500000000000000"/>
                <a:sym typeface="Barlow" panose="00000500000000000000"/>
              </a:defRPr>
            </a:lvl5pPr>
            <a:lvl6pPr lvl="5">
              <a:spcBef>
                <a:spcPts val="0"/>
              </a:spcBef>
              <a:spcAft>
                <a:spcPts val="0"/>
              </a:spcAft>
              <a:buClr>
                <a:srgbClr val="FFFFFF"/>
              </a:buClr>
              <a:buSzPts val="2400"/>
              <a:buFont typeface="Barlow" panose="00000500000000000000"/>
              <a:buNone/>
              <a:defRPr sz="2400" b="1">
                <a:solidFill>
                  <a:srgbClr val="FFFFFF"/>
                </a:solidFill>
                <a:latin typeface="Barlow" panose="00000500000000000000"/>
                <a:ea typeface="Barlow" panose="00000500000000000000"/>
                <a:cs typeface="Barlow" panose="00000500000000000000"/>
                <a:sym typeface="Barlow" panose="00000500000000000000"/>
              </a:defRPr>
            </a:lvl6pPr>
            <a:lvl7pPr lvl="6">
              <a:spcBef>
                <a:spcPts val="0"/>
              </a:spcBef>
              <a:spcAft>
                <a:spcPts val="0"/>
              </a:spcAft>
              <a:buClr>
                <a:srgbClr val="FFFFFF"/>
              </a:buClr>
              <a:buSzPts val="2400"/>
              <a:buFont typeface="Barlow" panose="00000500000000000000"/>
              <a:buNone/>
              <a:defRPr sz="2400" b="1">
                <a:solidFill>
                  <a:srgbClr val="FFFFFF"/>
                </a:solidFill>
                <a:latin typeface="Barlow" panose="00000500000000000000"/>
                <a:ea typeface="Barlow" panose="00000500000000000000"/>
                <a:cs typeface="Barlow" panose="00000500000000000000"/>
                <a:sym typeface="Barlow" panose="00000500000000000000"/>
              </a:defRPr>
            </a:lvl7pPr>
            <a:lvl8pPr lvl="7">
              <a:spcBef>
                <a:spcPts val="0"/>
              </a:spcBef>
              <a:spcAft>
                <a:spcPts val="0"/>
              </a:spcAft>
              <a:buClr>
                <a:srgbClr val="FFFFFF"/>
              </a:buClr>
              <a:buSzPts val="2400"/>
              <a:buFont typeface="Barlow" panose="00000500000000000000"/>
              <a:buNone/>
              <a:defRPr sz="2400" b="1">
                <a:solidFill>
                  <a:srgbClr val="FFFFFF"/>
                </a:solidFill>
                <a:latin typeface="Barlow" panose="00000500000000000000"/>
                <a:ea typeface="Barlow" panose="00000500000000000000"/>
                <a:cs typeface="Barlow" panose="00000500000000000000"/>
                <a:sym typeface="Barlow" panose="00000500000000000000"/>
              </a:defRPr>
            </a:lvl8pPr>
            <a:lvl9pPr lvl="8">
              <a:spcBef>
                <a:spcPts val="0"/>
              </a:spcBef>
              <a:spcAft>
                <a:spcPts val="0"/>
              </a:spcAft>
              <a:buClr>
                <a:srgbClr val="FFFFFF"/>
              </a:buClr>
              <a:buSzPts val="2400"/>
              <a:buFont typeface="Barlow" panose="00000500000000000000"/>
              <a:buNone/>
              <a:defRPr sz="2400" b="1">
                <a:solidFill>
                  <a:srgbClr val="FFFFFF"/>
                </a:solidFill>
                <a:latin typeface="Barlow" panose="00000500000000000000"/>
                <a:ea typeface="Barlow" panose="00000500000000000000"/>
                <a:cs typeface="Barlow" panose="00000500000000000000"/>
                <a:sym typeface="Barlow" panose="00000500000000000000"/>
              </a:defRPr>
            </a:lvl9pPr>
          </a:lstStyle>
          <a:p/>
        </p:txBody>
      </p:sp>
      <p:sp>
        <p:nvSpPr>
          <p:cNvPr id="7" name="Google Shape;7;p1"/>
          <p:cNvSpPr txBox="1"/>
          <p:nvPr>
            <p:ph type="body" idx="1"/>
          </p:nvPr>
        </p:nvSpPr>
        <p:spPr>
          <a:xfrm>
            <a:off x="1556331" y="1349141"/>
            <a:ext cx="7085700" cy="2938500"/>
          </a:xfrm>
          <a:prstGeom prst="rect">
            <a:avLst/>
          </a:prstGeom>
          <a:noFill/>
          <a:ln>
            <a:noFill/>
          </a:ln>
        </p:spPr>
        <p:txBody>
          <a:bodyPr spcFirstLastPara="1" wrap="square" lIns="91425" tIns="91425" rIns="91425" bIns="91425" anchor="t" anchorCtr="0"/>
          <a:lstStyle>
            <a:lvl1pPr marL="457200" lvl="0" indent="-393700">
              <a:spcBef>
                <a:spcPts val="600"/>
              </a:spcBef>
              <a:spcAft>
                <a:spcPts val="0"/>
              </a:spcAft>
              <a:buClr>
                <a:srgbClr val="D9D9D9"/>
              </a:buClr>
              <a:buSzPts val="2600"/>
              <a:buFont typeface="Barlow" panose="00000500000000000000"/>
              <a:buChar char="▪"/>
              <a:defRPr sz="2600">
                <a:solidFill>
                  <a:srgbClr val="434343"/>
                </a:solidFill>
                <a:latin typeface="Barlow" panose="00000500000000000000"/>
                <a:ea typeface="Barlow" panose="00000500000000000000"/>
                <a:cs typeface="Barlow" panose="00000500000000000000"/>
                <a:sym typeface="Barlow" panose="00000500000000000000"/>
              </a:defRPr>
            </a:lvl1pPr>
            <a:lvl2pPr marL="914400" lvl="1" indent="-393700">
              <a:spcBef>
                <a:spcPts val="0"/>
              </a:spcBef>
              <a:spcAft>
                <a:spcPts val="0"/>
              </a:spcAft>
              <a:buClr>
                <a:srgbClr val="D9D9D9"/>
              </a:buClr>
              <a:buSzPts val="2600"/>
              <a:buFont typeface="Barlow" panose="00000500000000000000"/>
              <a:buChar char="▫"/>
              <a:defRPr sz="2600">
                <a:solidFill>
                  <a:srgbClr val="434343"/>
                </a:solidFill>
                <a:latin typeface="Barlow" panose="00000500000000000000"/>
                <a:ea typeface="Barlow" panose="00000500000000000000"/>
                <a:cs typeface="Barlow" panose="00000500000000000000"/>
                <a:sym typeface="Barlow" panose="00000500000000000000"/>
              </a:defRPr>
            </a:lvl2pPr>
            <a:lvl3pPr marL="1371600" lvl="2" indent="-393700">
              <a:spcBef>
                <a:spcPts val="0"/>
              </a:spcBef>
              <a:spcAft>
                <a:spcPts val="0"/>
              </a:spcAft>
              <a:buClr>
                <a:srgbClr val="D9D9D9"/>
              </a:buClr>
              <a:buSzPts val="2600"/>
              <a:buFont typeface="Barlow" panose="00000500000000000000"/>
              <a:buChar char="▫"/>
              <a:defRPr sz="2600">
                <a:solidFill>
                  <a:srgbClr val="434343"/>
                </a:solidFill>
                <a:latin typeface="Barlow" panose="00000500000000000000"/>
                <a:ea typeface="Barlow" panose="00000500000000000000"/>
                <a:cs typeface="Barlow" panose="00000500000000000000"/>
                <a:sym typeface="Barlow" panose="00000500000000000000"/>
              </a:defRPr>
            </a:lvl3pPr>
            <a:lvl4pPr marL="1828800" lvl="3" indent="-393700">
              <a:spcBef>
                <a:spcPts val="0"/>
              </a:spcBef>
              <a:spcAft>
                <a:spcPts val="0"/>
              </a:spcAft>
              <a:buClr>
                <a:srgbClr val="D9D9D9"/>
              </a:buClr>
              <a:buSzPts val="2600"/>
              <a:buFont typeface="Barlow" panose="00000500000000000000"/>
              <a:buChar char="▫"/>
              <a:defRPr sz="2600">
                <a:solidFill>
                  <a:srgbClr val="434343"/>
                </a:solidFill>
                <a:latin typeface="Barlow" panose="00000500000000000000"/>
                <a:ea typeface="Barlow" panose="00000500000000000000"/>
                <a:cs typeface="Barlow" panose="00000500000000000000"/>
                <a:sym typeface="Barlow" panose="00000500000000000000"/>
              </a:defRPr>
            </a:lvl4pPr>
            <a:lvl5pPr marL="2286000" lvl="4" indent="-393700">
              <a:spcBef>
                <a:spcPts val="0"/>
              </a:spcBef>
              <a:spcAft>
                <a:spcPts val="0"/>
              </a:spcAft>
              <a:buClr>
                <a:srgbClr val="D9D9D9"/>
              </a:buClr>
              <a:buSzPts val="2600"/>
              <a:buFont typeface="Barlow" panose="00000500000000000000"/>
              <a:buChar char="○"/>
              <a:defRPr sz="2600">
                <a:solidFill>
                  <a:srgbClr val="434343"/>
                </a:solidFill>
                <a:latin typeface="Barlow" panose="00000500000000000000"/>
                <a:ea typeface="Barlow" panose="00000500000000000000"/>
                <a:cs typeface="Barlow" panose="00000500000000000000"/>
                <a:sym typeface="Barlow" panose="00000500000000000000"/>
              </a:defRPr>
            </a:lvl5pPr>
            <a:lvl6pPr marL="2743200" lvl="5" indent="-393700">
              <a:spcBef>
                <a:spcPts val="0"/>
              </a:spcBef>
              <a:spcAft>
                <a:spcPts val="0"/>
              </a:spcAft>
              <a:buClr>
                <a:srgbClr val="D9D9D9"/>
              </a:buClr>
              <a:buSzPts val="2600"/>
              <a:buFont typeface="Barlow" panose="00000500000000000000"/>
              <a:buChar char="■"/>
              <a:defRPr sz="2600">
                <a:solidFill>
                  <a:srgbClr val="434343"/>
                </a:solidFill>
                <a:latin typeface="Barlow" panose="00000500000000000000"/>
                <a:ea typeface="Barlow" panose="00000500000000000000"/>
                <a:cs typeface="Barlow" panose="00000500000000000000"/>
                <a:sym typeface="Barlow" panose="00000500000000000000"/>
              </a:defRPr>
            </a:lvl6pPr>
            <a:lvl7pPr marL="3200400" lvl="6" indent="-393700">
              <a:spcBef>
                <a:spcPts val="0"/>
              </a:spcBef>
              <a:spcAft>
                <a:spcPts val="0"/>
              </a:spcAft>
              <a:buClr>
                <a:srgbClr val="D9D9D9"/>
              </a:buClr>
              <a:buSzPts val="2600"/>
              <a:buFont typeface="Barlow" panose="00000500000000000000"/>
              <a:buChar char="●"/>
              <a:defRPr sz="2600">
                <a:solidFill>
                  <a:srgbClr val="434343"/>
                </a:solidFill>
                <a:latin typeface="Barlow" panose="00000500000000000000"/>
                <a:ea typeface="Barlow" panose="00000500000000000000"/>
                <a:cs typeface="Barlow" panose="00000500000000000000"/>
                <a:sym typeface="Barlow" panose="00000500000000000000"/>
              </a:defRPr>
            </a:lvl7pPr>
            <a:lvl8pPr marL="3657600" lvl="7" indent="-393700">
              <a:spcBef>
                <a:spcPts val="0"/>
              </a:spcBef>
              <a:spcAft>
                <a:spcPts val="0"/>
              </a:spcAft>
              <a:buClr>
                <a:srgbClr val="D9D9D9"/>
              </a:buClr>
              <a:buSzPts val="2600"/>
              <a:buFont typeface="Barlow" panose="00000500000000000000"/>
              <a:buChar char="○"/>
              <a:defRPr sz="2600">
                <a:solidFill>
                  <a:srgbClr val="434343"/>
                </a:solidFill>
                <a:latin typeface="Barlow" panose="00000500000000000000"/>
                <a:ea typeface="Barlow" panose="00000500000000000000"/>
                <a:cs typeface="Barlow" panose="00000500000000000000"/>
                <a:sym typeface="Barlow" panose="00000500000000000000"/>
              </a:defRPr>
            </a:lvl8pPr>
            <a:lvl9pPr marL="4114800" lvl="8" indent="-393700">
              <a:spcBef>
                <a:spcPts val="0"/>
              </a:spcBef>
              <a:spcAft>
                <a:spcPts val="0"/>
              </a:spcAft>
              <a:buClr>
                <a:srgbClr val="D9D9D9"/>
              </a:buClr>
              <a:buSzPts val="2600"/>
              <a:buFont typeface="Barlow" panose="00000500000000000000"/>
              <a:buChar char="■"/>
              <a:defRPr sz="2600">
                <a:solidFill>
                  <a:srgbClr val="434343"/>
                </a:solidFill>
                <a:latin typeface="Barlow" panose="00000500000000000000"/>
                <a:ea typeface="Barlow" panose="00000500000000000000"/>
                <a:cs typeface="Barlow" panose="00000500000000000000"/>
                <a:sym typeface="Barlow" panose="00000500000000000000"/>
              </a:defRPr>
            </a:lvl9pPr>
          </a:lstStyle>
          <a:p/>
        </p:txBody>
      </p:sp>
      <p:sp>
        <p:nvSpPr>
          <p:cNvPr id="8" name="Google Shape;8;p1"/>
          <p:cNvSpPr txBox="1"/>
          <p:nvPr>
            <p:ph type="sldNum" idx="12"/>
          </p:nvPr>
        </p:nvSpPr>
        <p:spPr>
          <a:xfrm>
            <a:off x="8750400" y="4356225"/>
            <a:ext cx="393600" cy="393600"/>
          </a:xfrm>
          <a:prstGeom prst="rect">
            <a:avLst/>
          </a:prstGeom>
          <a:noFill/>
          <a:ln>
            <a:noFill/>
          </a:ln>
        </p:spPr>
        <p:txBody>
          <a:bodyPr spcFirstLastPara="1" wrap="square" lIns="91425" tIns="91425" rIns="91425" bIns="91425" anchor="ctr" anchorCtr="0">
            <a:noAutofit/>
          </a:bodyPr>
          <a:lstStyle>
            <a:lvl1pPr lvl="0" algn="ctr">
              <a:buNone/>
              <a:defRPr sz="1200" b="1">
                <a:solidFill>
                  <a:srgbClr val="FFFFFF"/>
                </a:solidFill>
                <a:latin typeface="Barlow" panose="00000500000000000000"/>
                <a:ea typeface="Barlow" panose="00000500000000000000"/>
                <a:cs typeface="Barlow" panose="00000500000000000000"/>
                <a:sym typeface="Barlow" panose="00000500000000000000"/>
              </a:defRPr>
            </a:lvl1pPr>
            <a:lvl2pPr lvl="1" algn="ctr">
              <a:buNone/>
              <a:defRPr sz="1200" b="1">
                <a:solidFill>
                  <a:srgbClr val="FFFFFF"/>
                </a:solidFill>
                <a:latin typeface="Barlow" panose="00000500000000000000"/>
                <a:ea typeface="Barlow" panose="00000500000000000000"/>
                <a:cs typeface="Barlow" panose="00000500000000000000"/>
                <a:sym typeface="Barlow" panose="00000500000000000000"/>
              </a:defRPr>
            </a:lvl2pPr>
            <a:lvl3pPr lvl="2" algn="ctr">
              <a:buNone/>
              <a:defRPr sz="1200" b="1">
                <a:solidFill>
                  <a:srgbClr val="FFFFFF"/>
                </a:solidFill>
                <a:latin typeface="Barlow" panose="00000500000000000000"/>
                <a:ea typeface="Barlow" panose="00000500000000000000"/>
                <a:cs typeface="Barlow" panose="00000500000000000000"/>
                <a:sym typeface="Barlow" panose="00000500000000000000"/>
              </a:defRPr>
            </a:lvl3pPr>
            <a:lvl4pPr lvl="3" algn="ctr">
              <a:buNone/>
              <a:defRPr sz="1200" b="1">
                <a:solidFill>
                  <a:srgbClr val="FFFFFF"/>
                </a:solidFill>
                <a:latin typeface="Barlow" panose="00000500000000000000"/>
                <a:ea typeface="Barlow" panose="00000500000000000000"/>
                <a:cs typeface="Barlow" panose="00000500000000000000"/>
                <a:sym typeface="Barlow" panose="00000500000000000000"/>
              </a:defRPr>
            </a:lvl4pPr>
            <a:lvl5pPr lvl="4" algn="ctr">
              <a:buNone/>
              <a:defRPr sz="1200" b="1">
                <a:solidFill>
                  <a:srgbClr val="FFFFFF"/>
                </a:solidFill>
                <a:latin typeface="Barlow" panose="00000500000000000000"/>
                <a:ea typeface="Barlow" panose="00000500000000000000"/>
                <a:cs typeface="Barlow" panose="00000500000000000000"/>
                <a:sym typeface="Barlow" panose="00000500000000000000"/>
              </a:defRPr>
            </a:lvl5pPr>
            <a:lvl6pPr lvl="5" algn="ctr">
              <a:buNone/>
              <a:defRPr sz="1200" b="1">
                <a:solidFill>
                  <a:srgbClr val="FFFFFF"/>
                </a:solidFill>
                <a:latin typeface="Barlow" panose="00000500000000000000"/>
                <a:ea typeface="Barlow" panose="00000500000000000000"/>
                <a:cs typeface="Barlow" panose="00000500000000000000"/>
                <a:sym typeface="Barlow" panose="00000500000000000000"/>
              </a:defRPr>
            </a:lvl6pPr>
            <a:lvl7pPr lvl="6" algn="ctr">
              <a:buNone/>
              <a:defRPr sz="1200" b="1">
                <a:solidFill>
                  <a:srgbClr val="FFFFFF"/>
                </a:solidFill>
                <a:latin typeface="Barlow" panose="00000500000000000000"/>
                <a:ea typeface="Barlow" panose="00000500000000000000"/>
                <a:cs typeface="Barlow" panose="00000500000000000000"/>
                <a:sym typeface="Barlow" panose="00000500000000000000"/>
              </a:defRPr>
            </a:lvl7pPr>
            <a:lvl8pPr lvl="7" algn="ctr">
              <a:buNone/>
              <a:defRPr sz="1200" b="1">
                <a:solidFill>
                  <a:srgbClr val="FFFFFF"/>
                </a:solidFill>
                <a:latin typeface="Barlow" panose="00000500000000000000"/>
                <a:ea typeface="Barlow" panose="00000500000000000000"/>
                <a:cs typeface="Barlow" panose="00000500000000000000"/>
                <a:sym typeface="Barlow" panose="00000500000000000000"/>
              </a:defRPr>
            </a:lvl8pPr>
            <a:lvl9pPr lvl="8" algn="ctr">
              <a:buNone/>
              <a:defRPr sz="1200" b="1">
                <a:solidFill>
                  <a:srgbClr val="FFFFFF"/>
                </a:solidFill>
                <a:latin typeface="Barlow" panose="00000500000000000000"/>
                <a:ea typeface="Barlow" panose="00000500000000000000"/>
                <a:cs typeface="Barlow" panose="00000500000000000000"/>
                <a:sym typeface="Barlow" panose="00000500000000000000"/>
              </a:defRPr>
            </a:lvl9pPr>
          </a:lstStyle>
          <a:p>
            <a:pPr marL="0" lvl="0" indent="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0.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0.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0.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9.png"/><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13.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0.xml"/><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9.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0.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90" name="Shape 90"/>
        <p:cNvGrpSpPr/>
        <p:nvPr/>
      </p:nvGrpSpPr>
      <p:grpSpPr>
        <a:xfrm>
          <a:off x="0" y="0"/>
          <a:ext cx="0" cy="0"/>
          <a:chOff x="0" y="0"/>
          <a:chExt cx="0" cy="0"/>
        </a:xfrm>
      </p:grpSpPr>
      <p:sp>
        <p:nvSpPr>
          <p:cNvPr id="91" name="Google Shape;91;p14"/>
          <p:cNvSpPr txBox="1"/>
          <p:nvPr>
            <p:ph type="ctrTitle"/>
          </p:nvPr>
        </p:nvSpPr>
        <p:spPr>
          <a:xfrm>
            <a:off x="2710225" y="1310850"/>
            <a:ext cx="5476800" cy="25218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r>
              <a:rPr lang="en-US" altLang="en-GB"/>
              <a:t>VIDIO DATA ANALYST STUDY CASE </a:t>
            </a:r>
            <a:endParaRPr lang="en-US" altLang="en-GB"/>
          </a:p>
        </p:txBody>
      </p:sp>
      <p:sp>
        <p:nvSpPr>
          <p:cNvPr id="109" name="Google Shape;109;p16"/>
          <p:cNvSpPr txBox="1"/>
          <p:nvPr/>
        </p:nvSpPr>
        <p:spPr>
          <a:xfrm>
            <a:off x="4459605" y="4660265"/>
            <a:ext cx="4684395" cy="43815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FFFF"/>
              </a:buClr>
              <a:buSzPts val="2400"/>
              <a:buFont typeface="Barlow" panose="00000500000000000000"/>
              <a:buNone/>
              <a:defRPr sz="2400" b="1" i="0" u="none" strike="noStrike" cap="none">
                <a:solidFill>
                  <a:srgbClr val="FFFFFF"/>
                </a:solidFill>
                <a:latin typeface="Barlow" panose="00000500000000000000"/>
                <a:ea typeface="Barlow" panose="00000500000000000000"/>
                <a:cs typeface="Barlow" panose="00000500000000000000"/>
                <a:sym typeface="Barlow" panose="00000500000000000000"/>
              </a:defRPr>
            </a:lvl1pPr>
            <a:lvl2pPr marR="0" lvl="1" algn="l" rtl="0">
              <a:lnSpc>
                <a:spcPct val="100000"/>
              </a:lnSpc>
              <a:spcBef>
                <a:spcPts val="0"/>
              </a:spcBef>
              <a:spcAft>
                <a:spcPts val="0"/>
              </a:spcAft>
              <a:buClr>
                <a:srgbClr val="FFFFFF"/>
              </a:buClr>
              <a:buSzPts val="2400"/>
              <a:buFont typeface="Barlow" panose="00000500000000000000"/>
              <a:buNone/>
              <a:defRPr sz="2400" b="1" i="0" u="none" strike="noStrike" cap="none">
                <a:solidFill>
                  <a:srgbClr val="FFFFFF"/>
                </a:solidFill>
                <a:latin typeface="Barlow" panose="00000500000000000000"/>
                <a:ea typeface="Barlow" panose="00000500000000000000"/>
                <a:cs typeface="Barlow" panose="00000500000000000000"/>
                <a:sym typeface="Barlow" panose="00000500000000000000"/>
              </a:defRPr>
            </a:lvl2pPr>
            <a:lvl3pPr marR="0" lvl="2" algn="l" rtl="0">
              <a:lnSpc>
                <a:spcPct val="100000"/>
              </a:lnSpc>
              <a:spcBef>
                <a:spcPts val="0"/>
              </a:spcBef>
              <a:spcAft>
                <a:spcPts val="0"/>
              </a:spcAft>
              <a:buClr>
                <a:srgbClr val="FFFFFF"/>
              </a:buClr>
              <a:buSzPts val="2400"/>
              <a:buFont typeface="Barlow" panose="00000500000000000000"/>
              <a:buNone/>
              <a:defRPr sz="2400" b="1" i="0" u="none" strike="noStrike" cap="none">
                <a:solidFill>
                  <a:srgbClr val="FFFFFF"/>
                </a:solidFill>
                <a:latin typeface="Barlow" panose="00000500000000000000"/>
                <a:ea typeface="Barlow" panose="00000500000000000000"/>
                <a:cs typeface="Barlow" panose="00000500000000000000"/>
                <a:sym typeface="Barlow" panose="00000500000000000000"/>
              </a:defRPr>
            </a:lvl3pPr>
            <a:lvl4pPr marR="0" lvl="3" algn="l" rtl="0">
              <a:lnSpc>
                <a:spcPct val="100000"/>
              </a:lnSpc>
              <a:spcBef>
                <a:spcPts val="0"/>
              </a:spcBef>
              <a:spcAft>
                <a:spcPts val="0"/>
              </a:spcAft>
              <a:buClr>
                <a:srgbClr val="FFFFFF"/>
              </a:buClr>
              <a:buSzPts val="2400"/>
              <a:buFont typeface="Barlow" panose="00000500000000000000"/>
              <a:buNone/>
              <a:defRPr sz="2400" b="1" i="0" u="none" strike="noStrike" cap="none">
                <a:solidFill>
                  <a:srgbClr val="FFFFFF"/>
                </a:solidFill>
                <a:latin typeface="Barlow" panose="00000500000000000000"/>
                <a:ea typeface="Barlow" panose="00000500000000000000"/>
                <a:cs typeface="Barlow" panose="00000500000000000000"/>
                <a:sym typeface="Barlow" panose="00000500000000000000"/>
              </a:defRPr>
            </a:lvl4pPr>
            <a:lvl5pPr marR="0" lvl="4" algn="l" rtl="0">
              <a:lnSpc>
                <a:spcPct val="100000"/>
              </a:lnSpc>
              <a:spcBef>
                <a:spcPts val="0"/>
              </a:spcBef>
              <a:spcAft>
                <a:spcPts val="0"/>
              </a:spcAft>
              <a:buClr>
                <a:srgbClr val="FFFFFF"/>
              </a:buClr>
              <a:buSzPts val="2400"/>
              <a:buFont typeface="Barlow" panose="00000500000000000000"/>
              <a:buNone/>
              <a:defRPr sz="2400" b="1" i="0" u="none" strike="noStrike" cap="none">
                <a:solidFill>
                  <a:srgbClr val="FFFFFF"/>
                </a:solidFill>
                <a:latin typeface="Barlow" panose="00000500000000000000"/>
                <a:ea typeface="Barlow" panose="00000500000000000000"/>
                <a:cs typeface="Barlow" panose="00000500000000000000"/>
                <a:sym typeface="Barlow" panose="00000500000000000000"/>
              </a:defRPr>
            </a:lvl5pPr>
            <a:lvl6pPr marR="0" lvl="5" algn="l" rtl="0">
              <a:lnSpc>
                <a:spcPct val="100000"/>
              </a:lnSpc>
              <a:spcBef>
                <a:spcPts val="0"/>
              </a:spcBef>
              <a:spcAft>
                <a:spcPts val="0"/>
              </a:spcAft>
              <a:buClr>
                <a:srgbClr val="FFFFFF"/>
              </a:buClr>
              <a:buSzPts val="2400"/>
              <a:buFont typeface="Barlow" panose="00000500000000000000"/>
              <a:buNone/>
              <a:defRPr sz="2400" b="1" i="0" u="none" strike="noStrike" cap="none">
                <a:solidFill>
                  <a:srgbClr val="FFFFFF"/>
                </a:solidFill>
                <a:latin typeface="Barlow" panose="00000500000000000000"/>
                <a:ea typeface="Barlow" panose="00000500000000000000"/>
                <a:cs typeface="Barlow" panose="00000500000000000000"/>
                <a:sym typeface="Barlow" panose="00000500000000000000"/>
              </a:defRPr>
            </a:lvl6pPr>
            <a:lvl7pPr marR="0" lvl="6" algn="l" rtl="0">
              <a:lnSpc>
                <a:spcPct val="100000"/>
              </a:lnSpc>
              <a:spcBef>
                <a:spcPts val="0"/>
              </a:spcBef>
              <a:spcAft>
                <a:spcPts val="0"/>
              </a:spcAft>
              <a:buClr>
                <a:srgbClr val="FFFFFF"/>
              </a:buClr>
              <a:buSzPts val="2400"/>
              <a:buFont typeface="Barlow" panose="00000500000000000000"/>
              <a:buNone/>
              <a:defRPr sz="2400" b="1" i="0" u="none" strike="noStrike" cap="none">
                <a:solidFill>
                  <a:srgbClr val="FFFFFF"/>
                </a:solidFill>
                <a:latin typeface="Barlow" panose="00000500000000000000"/>
                <a:ea typeface="Barlow" panose="00000500000000000000"/>
                <a:cs typeface="Barlow" panose="00000500000000000000"/>
                <a:sym typeface="Barlow" panose="00000500000000000000"/>
              </a:defRPr>
            </a:lvl7pPr>
            <a:lvl8pPr marR="0" lvl="7" algn="l" rtl="0">
              <a:lnSpc>
                <a:spcPct val="100000"/>
              </a:lnSpc>
              <a:spcBef>
                <a:spcPts val="0"/>
              </a:spcBef>
              <a:spcAft>
                <a:spcPts val="0"/>
              </a:spcAft>
              <a:buClr>
                <a:srgbClr val="FFFFFF"/>
              </a:buClr>
              <a:buSzPts val="2400"/>
              <a:buFont typeface="Barlow" panose="00000500000000000000"/>
              <a:buNone/>
              <a:defRPr sz="2400" b="1" i="0" u="none" strike="noStrike" cap="none">
                <a:solidFill>
                  <a:srgbClr val="FFFFFF"/>
                </a:solidFill>
                <a:latin typeface="Barlow" panose="00000500000000000000"/>
                <a:ea typeface="Barlow" panose="00000500000000000000"/>
                <a:cs typeface="Barlow" panose="00000500000000000000"/>
                <a:sym typeface="Barlow" panose="00000500000000000000"/>
              </a:defRPr>
            </a:lvl8pPr>
            <a:lvl9pPr marR="0" lvl="8" algn="l" rtl="0">
              <a:lnSpc>
                <a:spcPct val="100000"/>
              </a:lnSpc>
              <a:spcBef>
                <a:spcPts val="0"/>
              </a:spcBef>
              <a:spcAft>
                <a:spcPts val="0"/>
              </a:spcAft>
              <a:buClr>
                <a:srgbClr val="FFFFFF"/>
              </a:buClr>
              <a:buSzPts val="2400"/>
              <a:buFont typeface="Barlow" panose="00000500000000000000"/>
              <a:buNone/>
              <a:defRPr sz="2400" b="1" i="0" u="none" strike="noStrike" cap="none">
                <a:solidFill>
                  <a:srgbClr val="FFFFFF"/>
                </a:solidFill>
                <a:latin typeface="Barlow" panose="00000500000000000000"/>
                <a:ea typeface="Barlow" panose="00000500000000000000"/>
                <a:cs typeface="Barlow" panose="00000500000000000000"/>
                <a:sym typeface="Barlow" panose="00000500000000000000"/>
              </a:defRPr>
            </a:lvl9pPr>
          </a:lstStyle>
          <a:p>
            <a:pPr marL="0" lvl="0" indent="0">
              <a:spcBef>
                <a:spcPts val="0"/>
              </a:spcBef>
              <a:spcAft>
                <a:spcPts val="0"/>
              </a:spcAft>
              <a:buNone/>
            </a:pPr>
            <a:r>
              <a:rPr lang="en-US" altLang="en-GB" sz="1800">
                <a:solidFill>
                  <a:srgbClr val="FFB000"/>
                </a:solidFill>
              </a:rPr>
              <a:t>RANGGA PRANGWEDANA JANUWARSA</a:t>
            </a:r>
            <a:endParaRPr lang="en-US" altLang="en-GB" sz="1800">
              <a:solidFill>
                <a:srgbClr val="FFB000"/>
              </a:solidFill>
            </a:endParaRP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1182200" y="393475"/>
            <a:ext cx="6739500" cy="8067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r>
              <a:rPr lang="en-US" altLang="en-GB"/>
              <a:t>CONDITIONS FOR THE STUDY CASE</a:t>
            </a:r>
            <a:endParaRPr lang="en-US" altLang="en-GB"/>
          </a:p>
        </p:txBody>
      </p:sp>
      <p:sp>
        <p:nvSpPr>
          <p:cNvPr id="129" name="Google Shape;129;p19"/>
          <p:cNvSpPr txBox="1"/>
          <p:nvPr>
            <p:ph type="body" idx="1"/>
          </p:nvPr>
        </p:nvSpPr>
        <p:spPr>
          <a:xfrm>
            <a:off x="1556331" y="1349141"/>
            <a:ext cx="7085700" cy="2938500"/>
          </a:xfrm>
          <a:prstGeom prst="rect">
            <a:avLst/>
          </a:prstGeom>
        </p:spPr>
        <p:txBody>
          <a:bodyPr spcFirstLastPara="1" wrap="square" lIns="91425" tIns="91425" rIns="91425" bIns="91425" anchor="t" anchorCtr="0">
            <a:noAutofit/>
          </a:bodyPr>
          <a:lstStyle/>
          <a:p>
            <a:pPr marL="457200" lvl="0" indent="-393700" rtl="0">
              <a:spcBef>
                <a:spcPts val="600"/>
              </a:spcBef>
              <a:spcAft>
                <a:spcPts val="0"/>
              </a:spcAft>
              <a:buSzPts val="2600"/>
              <a:buChar char="▪"/>
            </a:pPr>
            <a:r>
              <a:rPr lang="en-US" altLang="en-GB"/>
              <a:t>Dataset used is the sampling 1% plays dataset</a:t>
            </a:r>
            <a:endParaRPr lang="en-GB"/>
          </a:p>
          <a:p>
            <a:pPr marL="457200" lvl="0" indent="-393700" rtl="0">
              <a:spcBef>
                <a:spcPts val="0"/>
              </a:spcBef>
              <a:spcAft>
                <a:spcPts val="0"/>
              </a:spcAft>
              <a:buSzPts val="2600"/>
              <a:buChar char="▪"/>
            </a:pPr>
            <a:r>
              <a:rPr lang="en-US" altLang="en-GB"/>
              <a:t>The tools used are Spreadsheet/Excel, Anaconda Navigator (Jupyter Notebook and it’s libraries), and Tableau</a:t>
            </a:r>
            <a:r>
              <a:rPr lang="en-GB"/>
              <a:t> </a:t>
            </a:r>
            <a:endParaRPr lang="en-GB"/>
          </a:p>
        </p:txBody>
      </p:sp>
      <p:sp>
        <p:nvSpPr>
          <p:cNvPr id="130" name="Google Shape;130;p19"/>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GB"/>
            </a:fld>
            <a:endParaRPr lang="en-GB"/>
          </a:p>
        </p:txBody>
      </p:sp>
      <p:grpSp>
        <p:nvGrpSpPr>
          <p:cNvPr id="131" name="Google Shape;131;p19"/>
          <p:cNvGrpSpPr/>
          <p:nvPr/>
        </p:nvGrpSpPr>
        <p:grpSpPr>
          <a:xfrm>
            <a:off x="8180944" y="637329"/>
            <a:ext cx="336534" cy="318981"/>
            <a:chOff x="5300400" y="3670175"/>
            <a:chExt cx="421300" cy="399325"/>
          </a:xfrm>
        </p:grpSpPr>
        <p:sp>
          <p:nvSpPr>
            <p:cNvPr id="132" name="Google Shape;132;p19"/>
            <p:cNvSpPr/>
            <p:nvPr/>
          </p:nvSpPr>
          <p:spPr>
            <a:xfrm>
              <a:off x="5300400" y="3708025"/>
              <a:ext cx="421300" cy="267450"/>
            </a:xfrm>
            <a:custGeom>
              <a:avLst/>
              <a:gdLst/>
              <a:ahLst/>
              <a:cxnLst/>
              <a:pathLst>
                <a:path w="16852" h="10698" extrusionOk="0">
                  <a:moveTo>
                    <a:pt x="16364" y="489"/>
                  </a:moveTo>
                  <a:lnTo>
                    <a:pt x="16364" y="10209"/>
                  </a:lnTo>
                  <a:lnTo>
                    <a:pt x="489" y="10209"/>
                  </a:lnTo>
                  <a:lnTo>
                    <a:pt x="489" y="489"/>
                  </a:lnTo>
                  <a:close/>
                  <a:moveTo>
                    <a:pt x="391" y="0"/>
                  </a:moveTo>
                  <a:lnTo>
                    <a:pt x="293" y="25"/>
                  </a:lnTo>
                  <a:lnTo>
                    <a:pt x="196" y="74"/>
                  </a:lnTo>
                  <a:lnTo>
                    <a:pt x="122" y="147"/>
                  </a:lnTo>
                  <a:lnTo>
                    <a:pt x="73" y="220"/>
                  </a:lnTo>
                  <a:lnTo>
                    <a:pt x="25" y="293"/>
                  </a:lnTo>
                  <a:lnTo>
                    <a:pt x="0" y="391"/>
                  </a:lnTo>
                  <a:lnTo>
                    <a:pt x="0" y="489"/>
                  </a:lnTo>
                  <a:lnTo>
                    <a:pt x="0" y="10209"/>
                  </a:lnTo>
                  <a:lnTo>
                    <a:pt x="0" y="10307"/>
                  </a:lnTo>
                  <a:lnTo>
                    <a:pt x="25" y="10405"/>
                  </a:lnTo>
                  <a:lnTo>
                    <a:pt x="73" y="10478"/>
                  </a:lnTo>
                  <a:lnTo>
                    <a:pt x="122" y="10551"/>
                  </a:lnTo>
                  <a:lnTo>
                    <a:pt x="196" y="10600"/>
                  </a:lnTo>
                  <a:lnTo>
                    <a:pt x="293" y="10649"/>
                  </a:lnTo>
                  <a:lnTo>
                    <a:pt x="391" y="10673"/>
                  </a:lnTo>
                  <a:lnTo>
                    <a:pt x="489" y="10698"/>
                  </a:lnTo>
                  <a:lnTo>
                    <a:pt x="16364" y="10698"/>
                  </a:lnTo>
                  <a:lnTo>
                    <a:pt x="16461" y="10673"/>
                  </a:lnTo>
                  <a:lnTo>
                    <a:pt x="16559" y="10649"/>
                  </a:lnTo>
                  <a:lnTo>
                    <a:pt x="16657" y="10600"/>
                  </a:lnTo>
                  <a:lnTo>
                    <a:pt x="16730" y="10551"/>
                  </a:lnTo>
                  <a:lnTo>
                    <a:pt x="16779" y="10478"/>
                  </a:lnTo>
                  <a:lnTo>
                    <a:pt x="16828" y="10405"/>
                  </a:lnTo>
                  <a:lnTo>
                    <a:pt x="16852" y="10307"/>
                  </a:lnTo>
                  <a:lnTo>
                    <a:pt x="16852" y="10209"/>
                  </a:lnTo>
                  <a:lnTo>
                    <a:pt x="16852" y="489"/>
                  </a:lnTo>
                  <a:lnTo>
                    <a:pt x="16852" y="391"/>
                  </a:lnTo>
                  <a:lnTo>
                    <a:pt x="16828" y="293"/>
                  </a:lnTo>
                  <a:lnTo>
                    <a:pt x="16779" y="220"/>
                  </a:lnTo>
                  <a:lnTo>
                    <a:pt x="16730" y="147"/>
                  </a:lnTo>
                  <a:lnTo>
                    <a:pt x="16657" y="74"/>
                  </a:lnTo>
                  <a:lnTo>
                    <a:pt x="16559" y="25"/>
                  </a:lnTo>
                  <a:lnTo>
                    <a:pt x="16461" y="0"/>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33" name="Google Shape;133;p19"/>
            <p:cNvSpPr/>
            <p:nvPr/>
          </p:nvSpPr>
          <p:spPr>
            <a:xfrm>
              <a:off x="5498825" y="3670175"/>
              <a:ext cx="24450" cy="25650"/>
            </a:xfrm>
            <a:custGeom>
              <a:avLst/>
              <a:gdLst/>
              <a:ahLst/>
              <a:cxnLst/>
              <a:pathLst>
                <a:path w="978" h="1026" extrusionOk="0">
                  <a:moveTo>
                    <a:pt x="489" y="0"/>
                  </a:moveTo>
                  <a:lnTo>
                    <a:pt x="391" y="25"/>
                  </a:lnTo>
                  <a:lnTo>
                    <a:pt x="294" y="49"/>
                  </a:lnTo>
                  <a:lnTo>
                    <a:pt x="220" y="98"/>
                  </a:lnTo>
                  <a:lnTo>
                    <a:pt x="147" y="147"/>
                  </a:lnTo>
                  <a:lnTo>
                    <a:pt x="74" y="220"/>
                  </a:lnTo>
                  <a:lnTo>
                    <a:pt x="49" y="318"/>
                  </a:lnTo>
                  <a:lnTo>
                    <a:pt x="1" y="391"/>
                  </a:lnTo>
                  <a:lnTo>
                    <a:pt x="1" y="489"/>
                  </a:lnTo>
                  <a:lnTo>
                    <a:pt x="1" y="1026"/>
                  </a:lnTo>
                  <a:lnTo>
                    <a:pt x="978" y="1026"/>
                  </a:lnTo>
                  <a:lnTo>
                    <a:pt x="978" y="489"/>
                  </a:lnTo>
                  <a:lnTo>
                    <a:pt x="978" y="391"/>
                  </a:lnTo>
                  <a:lnTo>
                    <a:pt x="929" y="318"/>
                  </a:lnTo>
                  <a:lnTo>
                    <a:pt x="904" y="220"/>
                  </a:lnTo>
                  <a:lnTo>
                    <a:pt x="831" y="147"/>
                  </a:lnTo>
                  <a:lnTo>
                    <a:pt x="758" y="98"/>
                  </a:lnTo>
                  <a:lnTo>
                    <a:pt x="684" y="49"/>
                  </a:lnTo>
                  <a:lnTo>
                    <a:pt x="587" y="25"/>
                  </a:lnTo>
                  <a:lnTo>
                    <a:pt x="489" y="0"/>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34" name="Google Shape;134;p19"/>
            <p:cNvSpPr/>
            <p:nvPr/>
          </p:nvSpPr>
          <p:spPr>
            <a:xfrm>
              <a:off x="5366325" y="3987675"/>
              <a:ext cx="61100" cy="81825"/>
            </a:xfrm>
            <a:custGeom>
              <a:avLst/>
              <a:gdLst/>
              <a:ahLst/>
              <a:cxnLst/>
              <a:pathLst>
                <a:path w="2444" h="3273" extrusionOk="0">
                  <a:moveTo>
                    <a:pt x="1344" y="0"/>
                  </a:moveTo>
                  <a:lnTo>
                    <a:pt x="50" y="2565"/>
                  </a:lnTo>
                  <a:lnTo>
                    <a:pt x="25" y="2638"/>
                  </a:lnTo>
                  <a:lnTo>
                    <a:pt x="1" y="2736"/>
                  </a:lnTo>
                  <a:lnTo>
                    <a:pt x="1" y="2833"/>
                  </a:lnTo>
                  <a:lnTo>
                    <a:pt x="25" y="2931"/>
                  </a:lnTo>
                  <a:lnTo>
                    <a:pt x="74" y="3004"/>
                  </a:lnTo>
                  <a:lnTo>
                    <a:pt x="123" y="3102"/>
                  </a:lnTo>
                  <a:lnTo>
                    <a:pt x="196" y="3151"/>
                  </a:lnTo>
                  <a:lnTo>
                    <a:pt x="269" y="3224"/>
                  </a:lnTo>
                  <a:lnTo>
                    <a:pt x="392" y="3248"/>
                  </a:lnTo>
                  <a:lnTo>
                    <a:pt x="489" y="3273"/>
                  </a:lnTo>
                  <a:lnTo>
                    <a:pt x="636" y="3248"/>
                  </a:lnTo>
                  <a:lnTo>
                    <a:pt x="758" y="3200"/>
                  </a:lnTo>
                  <a:lnTo>
                    <a:pt x="856" y="3102"/>
                  </a:lnTo>
                  <a:lnTo>
                    <a:pt x="929" y="3004"/>
                  </a:lnTo>
                  <a:lnTo>
                    <a:pt x="2443" y="0"/>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35" name="Google Shape;135;p19"/>
            <p:cNvSpPr/>
            <p:nvPr/>
          </p:nvSpPr>
          <p:spPr>
            <a:xfrm>
              <a:off x="5594700" y="3987675"/>
              <a:ext cx="61075" cy="81825"/>
            </a:xfrm>
            <a:custGeom>
              <a:avLst/>
              <a:gdLst/>
              <a:ahLst/>
              <a:cxnLst/>
              <a:pathLst>
                <a:path w="2443" h="3273" extrusionOk="0">
                  <a:moveTo>
                    <a:pt x="0" y="0"/>
                  </a:moveTo>
                  <a:lnTo>
                    <a:pt x="1514" y="3004"/>
                  </a:lnTo>
                  <a:lnTo>
                    <a:pt x="1588" y="3102"/>
                  </a:lnTo>
                  <a:lnTo>
                    <a:pt x="1685" y="3200"/>
                  </a:lnTo>
                  <a:lnTo>
                    <a:pt x="1807" y="3248"/>
                  </a:lnTo>
                  <a:lnTo>
                    <a:pt x="1954" y="3273"/>
                  </a:lnTo>
                  <a:lnTo>
                    <a:pt x="2052" y="3248"/>
                  </a:lnTo>
                  <a:lnTo>
                    <a:pt x="2174" y="3224"/>
                  </a:lnTo>
                  <a:lnTo>
                    <a:pt x="2247" y="3151"/>
                  </a:lnTo>
                  <a:lnTo>
                    <a:pt x="2320" y="3102"/>
                  </a:lnTo>
                  <a:lnTo>
                    <a:pt x="2369" y="3004"/>
                  </a:lnTo>
                  <a:lnTo>
                    <a:pt x="2418" y="2931"/>
                  </a:lnTo>
                  <a:lnTo>
                    <a:pt x="2442" y="2833"/>
                  </a:lnTo>
                  <a:lnTo>
                    <a:pt x="2442" y="2736"/>
                  </a:lnTo>
                  <a:lnTo>
                    <a:pt x="2418" y="2638"/>
                  </a:lnTo>
                  <a:lnTo>
                    <a:pt x="2393" y="2565"/>
                  </a:lnTo>
                  <a:lnTo>
                    <a:pt x="1099" y="0"/>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36" name="Google Shape;136;p19"/>
            <p:cNvSpPr/>
            <p:nvPr/>
          </p:nvSpPr>
          <p:spPr>
            <a:xfrm>
              <a:off x="5324825" y="3732450"/>
              <a:ext cx="372475" cy="218600"/>
            </a:xfrm>
            <a:custGeom>
              <a:avLst/>
              <a:gdLst/>
              <a:ahLst/>
              <a:cxnLst/>
              <a:pathLst>
                <a:path w="14899" h="8744" extrusionOk="0">
                  <a:moveTo>
                    <a:pt x="12578" y="1319"/>
                  </a:moveTo>
                  <a:lnTo>
                    <a:pt x="12676" y="1344"/>
                  </a:lnTo>
                  <a:lnTo>
                    <a:pt x="12749" y="1392"/>
                  </a:lnTo>
                  <a:lnTo>
                    <a:pt x="12822" y="1441"/>
                  </a:lnTo>
                  <a:lnTo>
                    <a:pt x="12895" y="1515"/>
                  </a:lnTo>
                  <a:lnTo>
                    <a:pt x="12920" y="1612"/>
                  </a:lnTo>
                  <a:lnTo>
                    <a:pt x="12969" y="1710"/>
                  </a:lnTo>
                  <a:lnTo>
                    <a:pt x="12969" y="1808"/>
                  </a:lnTo>
                  <a:lnTo>
                    <a:pt x="12969" y="4079"/>
                  </a:lnTo>
                  <a:lnTo>
                    <a:pt x="12969" y="4177"/>
                  </a:lnTo>
                  <a:lnTo>
                    <a:pt x="12920" y="4274"/>
                  </a:lnTo>
                  <a:lnTo>
                    <a:pt x="12895" y="4348"/>
                  </a:lnTo>
                  <a:lnTo>
                    <a:pt x="12822" y="4421"/>
                  </a:lnTo>
                  <a:lnTo>
                    <a:pt x="12749" y="4470"/>
                  </a:lnTo>
                  <a:lnTo>
                    <a:pt x="12676" y="4519"/>
                  </a:lnTo>
                  <a:lnTo>
                    <a:pt x="12578" y="4543"/>
                  </a:lnTo>
                  <a:lnTo>
                    <a:pt x="12480" y="4567"/>
                  </a:lnTo>
                  <a:lnTo>
                    <a:pt x="12383" y="4543"/>
                  </a:lnTo>
                  <a:lnTo>
                    <a:pt x="12285" y="4519"/>
                  </a:lnTo>
                  <a:lnTo>
                    <a:pt x="12212" y="4470"/>
                  </a:lnTo>
                  <a:lnTo>
                    <a:pt x="12138" y="4421"/>
                  </a:lnTo>
                  <a:lnTo>
                    <a:pt x="12065" y="4348"/>
                  </a:lnTo>
                  <a:lnTo>
                    <a:pt x="12041" y="4274"/>
                  </a:lnTo>
                  <a:lnTo>
                    <a:pt x="11992" y="4177"/>
                  </a:lnTo>
                  <a:lnTo>
                    <a:pt x="11992" y="4079"/>
                  </a:lnTo>
                  <a:lnTo>
                    <a:pt x="11992" y="3004"/>
                  </a:lnTo>
                  <a:lnTo>
                    <a:pt x="7986" y="7010"/>
                  </a:lnTo>
                  <a:lnTo>
                    <a:pt x="7913" y="7059"/>
                  </a:lnTo>
                  <a:lnTo>
                    <a:pt x="7815" y="7107"/>
                  </a:lnTo>
                  <a:lnTo>
                    <a:pt x="7742" y="7132"/>
                  </a:lnTo>
                  <a:lnTo>
                    <a:pt x="7644" y="7156"/>
                  </a:lnTo>
                  <a:lnTo>
                    <a:pt x="7547" y="7132"/>
                  </a:lnTo>
                  <a:lnTo>
                    <a:pt x="7449" y="7107"/>
                  </a:lnTo>
                  <a:lnTo>
                    <a:pt x="7376" y="7059"/>
                  </a:lnTo>
                  <a:lnTo>
                    <a:pt x="7303" y="7010"/>
                  </a:lnTo>
                  <a:lnTo>
                    <a:pt x="5349" y="5056"/>
                  </a:lnTo>
                  <a:lnTo>
                    <a:pt x="2760" y="7620"/>
                  </a:lnTo>
                  <a:lnTo>
                    <a:pt x="2687" y="7694"/>
                  </a:lnTo>
                  <a:lnTo>
                    <a:pt x="2613" y="7742"/>
                  </a:lnTo>
                  <a:lnTo>
                    <a:pt x="2516" y="7767"/>
                  </a:lnTo>
                  <a:lnTo>
                    <a:pt x="2320" y="7767"/>
                  </a:lnTo>
                  <a:lnTo>
                    <a:pt x="2247" y="7742"/>
                  </a:lnTo>
                  <a:lnTo>
                    <a:pt x="2149" y="7694"/>
                  </a:lnTo>
                  <a:lnTo>
                    <a:pt x="2076" y="7620"/>
                  </a:lnTo>
                  <a:lnTo>
                    <a:pt x="2003" y="7547"/>
                  </a:lnTo>
                  <a:lnTo>
                    <a:pt x="1978" y="7474"/>
                  </a:lnTo>
                  <a:lnTo>
                    <a:pt x="1929" y="7376"/>
                  </a:lnTo>
                  <a:lnTo>
                    <a:pt x="1929" y="7278"/>
                  </a:lnTo>
                  <a:lnTo>
                    <a:pt x="1929" y="7205"/>
                  </a:lnTo>
                  <a:lnTo>
                    <a:pt x="1978" y="7107"/>
                  </a:lnTo>
                  <a:lnTo>
                    <a:pt x="2003" y="7010"/>
                  </a:lnTo>
                  <a:lnTo>
                    <a:pt x="2076" y="6936"/>
                  </a:lnTo>
                  <a:lnTo>
                    <a:pt x="5007" y="4006"/>
                  </a:lnTo>
                  <a:lnTo>
                    <a:pt x="5080" y="3957"/>
                  </a:lnTo>
                  <a:lnTo>
                    <a:pt x="5153" y="3908"/>
                  </a:lnTo>
                  <a:lnTo>
                    <a:pt x="5251" y="3884"/>
                  </a:lnTo>
                  <a:lnTo>
                    <a:pt x="5446" y="3884"/>
                  </a:lnTo>
                  <a:lnTo>
                    <a:pt x="5520" y="3908"/>
                  </a:lnTo>
                  <a:lnTo>
                    <a:pt x="5617" y="3957"/>
                  </a:lnTo>
                  <a:lnTo>
                    <a:pt x="5691" y="4006"/>
                  </a:lnTo>
                  <a:lnTo>
                    <a:pt x="7644" y="5960"/>
                  </a:lnTo>
                  <a:lnTo>
                    <a:pt x="11332" y="2296"/>
                  </a:lnTo>
                  <a:lnTo>
                    <a:pt x="10209" y="2296"/>
                  </a:lnTo>
                  <a:lnTo>
                    <a:pt x="10111" y="2272"/>
                  </a:lnTo>
                  <a:lnTo>
                    <a:pt x="10013" y="2247"/>
                  </a:lnTo>
                  <a:lnTo>
                    <a:pt x="9916" y="2198"/>
                  </a:lnTo>
                  <a:lnTo>
                    <a:pt x="9843" y="2150"/>
                  </a:lnTo>
                  <a:lnTo>
                    <a:pt x="9794" y="2076"/>
                  </a:lnTo>
                  <a:lnTo>
                    <a:pt x="9745" y="1979"/>
                  </a:lnTo>
                  <a:lnTo>
                    <a:pt x="9720" y="1905"/>
                  </a:lnTo>
                  <a:lnTo>
                    <a:pt x="9720" y="1808"/>
                  </a:lnTo>
                  <a:lnTo>
                    <a:pt x="9720" y="1710"/>
                  </a:lnTo>
                  <a:lnTo>
                    <a:pt x="9745" y="1612"/>
                  </a:lnTo>
                  <a:lnTo>
                    <a:pt x="9794" y="1515"/>
                  </a:lnTo>
                  <a:lnTo>
                    <a:pt x="9843" y="1441"/>
                  </a:lnTo>
                  <a:lnTo>
                    <a:pt x="9916" y="1392"/>
                  </a:lnTo>
                  <a:lnTo>
                    <a:pt x="10013" y="1344"/>
                  </a:lnTo>
                  <a:lnTo>
                    <a:pt x="10111" y="1319"/>
                  </a:lnTo>
                  <a:close/>
                  <a:moveTo>
                    <a:pt x="0" y="0"/>
                  </a:moveTo>
                  <a:lnTo>
                    <a:pt x="0" y="8744"/>
                  </a:lnTo>
                  <a:lnTo>
                    <a:pt x="14898" y="8744"/>
                  </a:lnTo>
                  <a:lnTo>
                    <a:pt x="14898" y="0"/>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gr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40" name="Shape 140"/>
        <p:cNvGrpSpPr/>
        <p:nvPr/>
      </p:nvGrpSpPr>
      <p:grpSpPr>
        <a:xfrm>
          <a:off x="0" y="0"/>
          <a:ext cx="0" cy="0"/>
          <a:chOff x="0" y="0"/>
          <a:chExt cx="0" cy="0"/>
        </a:xfrm>
      </p:grpSpPr>
      <p:sp>
        <p:nvSpPr>
          <p:cNvPr id="141" name="Google Shape;141;p20"/>
          <p:cNvSpPr txBox="1"/>
          <p:nvPr>
            <p:ph type="ctrTitle" idx="4294967295"/>
          </p:nvPr>
        </p:nvSpPr>
        <p:spPr>
          <a:xfrm>
            <a:off x="2114675" y="1811950"/>
            <a:ext cx="5455500" cy="11598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US" altLang="en-GB" sz="7200">
                <a:solidFill>
                  <a:srgbClr val="FFB000"/>
                </a:solidFill>
              </a:rPr>
              <a:t>FIRST QUESTION</a:t>
            </a:r>
            <a:r>
              <a:rPr lang="en-GB" sz="7200">
                <a:solidFill>
                  <a:srgbClr val="FFB000"/>
                </a:solidFill>
              </a:rPr>
              <a:t> </a:t>
            </a:r>
            <a:endParaRPr lang="en-US" altLang="en-GB" sz="7200">
              <a:solidFill>
                <a:srgbClr val="FFB000"/>
              </a:solidFill>
            </a:endParaRPr>
          </a:p>
        </p:txBody>
      </p:sp>
      <p:sp>
        <p:nvSpPr>
          <p:cNvPr id="142" name="Google Shape;142;p20"/>
          <p:cNvSpPr txBox="1"/>
          <p:nvPr>
            <p:ph type="subTitle" idx="4294967295"/>
          </p:nvPr>
        </p:nvSpPr>
        <p:spPr>
          <a:xfrm>
            <a:off x="2114675" y="3487751"/>
            <a:ext cx="5455500" cy="784800"/>
          </a:xfrm>
          <a:prstGeom prst="rect">
            <a:avLst/>
          </a:prstGeom>
        </p:spPr>
        <p:txBody>
          <a:bodyPr spcFirstLastPara="1" wrap="square" lIns="91425" tIns="91425" rIns="91425" bIns="91425" anchor="t" anchorCtr="0">
            <a:noAutofit/>
          </a:bodyPr>
          <a:lstStyle/>
          <a:p>
            <a:pPr marL="0" lvl="0" indent="0" rtl="0">
              <a:spcBef>
                <a:spcPts val="600"/>
              </a:spcBef>
              <a:spcAft>
                <a:spcPts val="0"/>
              </a:spcAft>
              <a:buNone/>
            </a:pPr>
            <a:r>
              <a:rPr lang="en-US" altLang="en-GB" sz="2200"/>
              <a:t>Conduct 1 exploratory data analysis from this dataset and present the exploratory</a:t>
            </a:r>
            <a:endParaRPr lang="en-US" altLang="en-GB" sz="2200"/>
          </a:p>
        </p:txBody>
      </p:sp>
      <p:sp>
        <p:nvSpPr>
          <p:cNvPr id="143" name="Google Shape;143;p20"/>
          <p:cNvSpPr/>
          <p:nvPr/>
        </p:nvSpPr>
        <p:spPr>
          <a:xfrm>
            <a:off x="7568290" y="2334064"/>
            <a:ext cx="261878" cy="250050"/>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grpSp>
        <p:nvGrpSpPr>
          <p:cNvPr id="144" name="Google Shape;144;p20"/>
          <p:cNvGrpSpPr/>
          <p:nvPr/>
        </p:nvGrpSpPr>
        <p:grpSpPr>
          <a:xfrm>
            <a:off x="7243253" y="929993"/>
            <a:ext cx="1121957" cy="1122271"/>
            <a:chOff x="6654650" y="3665275"/>
            <a:chExt cx="409100" cy="409125"/>
          </a:xfrm>
        </p:grpSpPr>
        <p:sp>
          <p:nvSpPr>
            <p:cNvPr id="145" name="Google Shape;145;p20"/>
            <p:cNvSpPr/>
            <p:nvPr/>
          </p:nvSpPr>
          <p:spPr>
            <a:xfrm>
              <a:off x="6808525" y="3819150"/>
              <a:ext cx="211875" cy="211900"/>
            </a:xfrm>
            <a:custGeom>
              <a:avLst/>
              <a:gdLst/>
              <a:ahLst/>
              <a:cxnLst/>
              <a:pathLst>
                <a:path w="8475" h="8476" extrusionOk="0">
                  <a:moveTo>
                    <a:pt x="8157" y="0"/>
                  </a:moveTo>
                  <a:lnTo>
                    <a:pt x="7327" y="1075"/>
                  </a:lnTo>
                  <a:lnTo>
                    <a:pt x="6399" y="2150"/>
                  </a:lnTo>
                  <a:lnTo>
                    <a:pt x="5422" y="3249"/>
                  </a:lnTo>
                  <a:lnTo>
                    <a:pt x="4347" y="4348"/>
                  </a:lnTo>
                  <a:lnTo>
                    <a:pt x="3248" y="5422"/>
                  </a:lnTo>
                  <a:lnTo>
                    <a:pt x="2149" y="6399"/>
                  </a:lnTo>
                  <a:lnTo>
                    <a:pt x="1075" y="7327"/>
                  </a:lnTo>
                  <a:lnTo>
                    <a:pt x="0" y="8158"/>
                  </a:lnTo>
                  <a:lnTo>
                    <a:pt x="440" y="8280"/>
                  </a:lnTo>
                  <a:lnTo>
                    <a:pt x="855" y="8377"/>
                  </a:lnTo>
                  <a:lnTo>
                    <a:pt x="1294" y="8426"/>
                  </a:lnTo>
                  <a:lnTo>
                    <a:pt x="1734" y="8475"/>
                  </a:lnTo>
                  <a:lnTo>
                    <a:pt x="2174" y="8475"/>
                  </a:lnTo>
                  <a:lnTo>
                    <a:pt x="2613" y="8451"/>
                  </a:lnTo>
                  <a:lnTo>
                    <a:pt x="3028" y="8402"/>
                  </a:lnTo>
                  <a:lnTo>
                    <a:pt x="3468" y="8304"/>
                  </a:lnTo>
                  <a:lnTo>
                    <a:pt x="3883" y="8207"/>
                  </a:lnTo>
                  <a:lnTo>
                    <a:pt x="4323" y="8060"/>
                  </a:lnTo>
                  <a:lnTo>
                    <a:pt x="4714" y="7889"/>
                  </a:lnTo>
                  <a:lnTo>
                    <a:pt x="5129" y="7694"/>
                  </a:lnTo>
                  <a:lnTo>
                    <a:pt x="5520" y="7449"/>
                  </a:lnTo>
                  <a:lnTo>
                    <a:pt x="5886" y="7205"/>
                  </a:lnTo>
                  <a:lnTo>
                    <a:pt x="6252" y="6912"/>
                  </a:lnTo>
                  <a:lnTo>
                    <a:pt x="6594" y="6595"/>
                  </a:lnTo>
                  <a:lnTo>
                    <a:pt x="6912" y="6253"/>
                  </a:lnTo>
                  <a:lnTo>
                    <a:pt x="7205" y="5886"/>
                  </a:lnTo>
                  <a:lnTo>
                    <a:pt x="7449" y="5520"/>
                  </a:lnTo>
                  <a:lnTo>
                    <a:pt x="7693" y="5129"/>
                  </a:lnTo>
                  <a:lnTo>
                    <a:pt x="7889" y="4714"/>
                  </a:lnTo>
                  <a:lnTo>
                    <a:pt x="8060" y="4323"/>
                  </a:lnTo>
                  <a:lnTo>
                    <a:pt x="8206" y="3884"/>
                  </a:lnTo>
                  <a:lnTo>
                    <a:pt x="8304" y="3468"/>
                  </a:lnTo>
                  <a:lnTo>
                    <a:pt x="8402" y="3029"/>
                  </a:lnTo>
                  <a:lnTo>
                    <a:pt x="8450" y="2614"/>
                  </a:lnTo>
                  <a:lnTo>
                    <a:pt x="8475" y="2174"/>
                  </a:lnTo>
                  <a:lnTo>
                    <a:pt x="8475" y="1734"/>
                  </a:lnTo>
                  <a:lnTo>
                    <a:pt x="8426" y="1295"/>
                  </a:lnTo>
                  <a:lnTo>
                    <a:pt x="8377" y="855"/>
                  </a:lnTo>
                  <a:lnTo>
                    <a:pt x="8279" y="440"/>
                  </a:lnTo>
                  <a:lnTo>
                    <a:pt x="8157" y="0"/>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46" name="Google Shape;146;p20"/>
            <p:cNvSpPr/>
            <p:nvPr/>
          </p:nvSpPr>
          <p:spPr>
            <a:xfrm>
              <a:off x="6654650" y="3665275"/>
              <a:ext cx="409100" cy="409125"/>
            </a:xfrm>
            <a:custGeom>
              <a:avLst/>
              <a:gdLst/>
              <a:ahLst/>
              <a:cxnLst/>
              <a:pathLst>
                <a:path w="16364" h="16365" extrusionOk="0">
                  <a:moveTo>
                    <a:pt x="13580" y="1686"/>
                  </a:moveTo>
                  <a:lnTo>
                    <a:pt x="13677" y="1735"/>
                  </a:lnTo>
                  <a:lnTo>
                    <a:pt x="13775" y="1759"/>
                  </a:lnTo>
                  <a:lnTo>
                    <a:pt x="13848" y="1832"/>
                  </a:lnTo>
                  <a:lnTo>
                    <a:pt x="13897" y="1906"/>
                  </a:lnTo>
                  <a:lnTo>
                    <a:pt x="13946" y="1979"/>
                  </a:lnTo>
                  <a:lnTo>
                    <a:pt x="13970" y="2077"/>
                  </a:lnTo>
                  <a:lnTo>
                    <a:pt x="13995" y="2174"/>
                  </a:lnTo>
                  <a:lnTo>
                    <a:pt x="13995" y="2419"/>
                  </a:lnTo>
                  <a:lnTo>
                    <a:pt x="13922" y="2687"/>
                  </a:lnTo>
                  <a:lnTo>
                    <a:pt x="13824" y="3029"/>
                  </a:lnTo>
                  <a:lnTo>
                    <a:pt x="13677" y="3371"/>
                  </a:lnTo>
                  <a:lnTo>
                    <a:pt x="13482" y="3762"/>
                  </a:lnTo>
                  <a:lnTo>
                    <a:pt x="13238" y="4177"/>
                  </a:lnTo>
                  <a:lnTo>
                    <a:pt x="12993" y="3908"/>
                  </a:lnTo>
                  <a:lnTo>
                    <a:pt x="12749" y="3615"/>
                  </a:lnTo>
                  <a:lnTo>
                    <a:pt x="12407" y="3298"/>
                  </a:lnTo>
                  <a:lnTo>
                    <a:pt x="12041" y="3029"/>
                  </a:lnTo>
                  <a:lnTo>
                    <a:pt x="11675" y="2761"/>
                  </a:lnTo>
                  <a:lnTo>
                    <a:pt x="11308" y="2541"/>
                  </a:lnTo>
                  <a:lnTo>
                    <a:pt x="11748" y="2272"/>
                  </a:lnTo>
                  <a:lnTo>
                    <a:pt x="12187" y="2052"/>
                  </a:lnTo>
                  <a:lnTo>
                    <a:pt x="12554" y="1881"/>
                  </a:lnTo>
                  <a:lnTo>
                    <a:pt x="12920" y="1759"/>
                  </a:lnTo>
                  <a:lnTo>
                    <a:pt x="13213" y="1686"/>
                  </a:lnTo>
                  <a:close/>
                  <a:moveTo>
                    <a:pt x="9721" y="3591"/>
                  </a:moveTo>
                  <a:lnTo>
                    <a:pt x="9794" y="3615"/>
                  </a:lnTo>
                  <a:lnTo>
                    <a:pt x="9916" y="3713"/>
                  </a:lnTo>
                  <a:lnTo>
                    <a:pt x="10014" y="3835"/>
                  </a:lnTo>
                  <a:lnTo>
                    <a:pt x="10038" y="3908"/>
                  </a:lnTo>
                  <a:lnTo>
                    <a:pt x="10038" y="3982"/>
                  </a:lnTo>
                  <a:lnTo>
                    <a:pt x="10038" y="4055"/>
                  </a:lnTo>
                  <a:lnTo>
                    <a:pt x="10014" y="4128"/>
                  </a:lnTo>
                  <a:lnTo>
                    <a:pt x="9916" y="4250"/>
                  </a:lnTo>
                  <a:lnTo>
                    <a:pt x="9794" y="4348"/>
                  </a:lnTo>
                  <a:lnTo>
                    <a:pt x="9721" y="4372"/>
                  </a:lnTo>
                  <a:lnTo>
                    <a:pt x="9574" y="4372"/>
                  </a:lnTo>
                  <a:lnTo>
                    <a:pt x="9501" y="4348"/>
                  </a:lnTo>
                  <a:lnTo>
                    <a:pt x="9379" y="4250"/>
                  </a:lnTo>
                  <a:lnTo>
                    <a:pt x="9281" y="4128"/>
                  </a:lnTo>
                  <a:lnTo>
                    <a:pt x="9257" y="4055"/>
                  </a:lnTo>
                  <a:lnTo>
                    <a:pt x="9257" y="3982"/>
                  </a:lnTo>
                  <a:lnTo>
                    <a:pt x="9257" y="3908"/>
                  </a:lnTo>
                  <a:lnTo>
                    <a:pt x="9281" y="3835"/>
                  </a:lnTo>
                  <a:lnTo>
                    <a:pt x="9379" y="3713"/>
                  </a:lnTo>
                  <a:lnTo>
                    <a:pt x="9501" y="3615"/>
                  </a:lnTo>
                  <a:lnTo>
                    <a:pt x="9574" y="3591"/>
                  </a:lnTo>
                  <a:close/>
                  <a:moveTo>
                    <a:pt x="8182" y="3322"/>
                  </a:moveTo>
                  <a:lnTo>
                    <a:pt x="8304" y="3347"/>
                  </a:lnTo>
                  <a:lnTo>
                    <a:pt x="8402" y="3371"/>
                  </a:lnTo>
                  <a:lnTo>
                    <a:pt x="8500" y="3420"/>
                  </a:lnTo>
                  <a:lnTo>
                    <a:pt x="8597" y="3493"/>
                  </a:lnTo>
                  <a:lnTo>
                    <a:pt x="8671" y="3591"/>
                  </a:lnTo>
                  <a:lnTo>
                    <a:pt x="8719" y="3689"/>
                  </a:lnTo>
                  <a:lnTo>
                    <a:pt x="8768" y="3786"/>
                  </a:lnTo>
                  <a:lnTo>
                    <a:pt x="8768" y="3908"/>
                  </a:lnTo>
                  <a:lnTo>
                    <a:pt x="8768" y="4031"/>
                  </a:lnTo>
                  <a:lnTo>
                    <a:pt x="8719" y="4153"/>
                  </a:lnTo>
                  <a:lnTo>
                    <a:pt x="8671" y="4250"/>
                  </a:lnTo>
                  <a:lnTo>
                    <a:pt x="8597" y="4324"/>
                  </a:lnTo>
                  <a:lnTo>
                    <a:pt x="8500" y="4397"/>
                  </a:lnTo>
                  <a:lnTo>
                    <a:pt x="8402" y="4446"/>
                  </a:lnTo>
                  <a:lnTo>
                    <a:pt x="8304" y="4495"/>
                  </a:lnTo>
                  <a:lnTo>
                    <a:pt x="8060" y="4495"/>
                  </a:lnTo>
                  <a:lnTo>
                    <a:pt x="7962" y="4446"/>
                  </a:lnTo>
                  <a:lnTo>
                    <a:pt x="7865" y="4397"/>
                  </a:lnTo>
                  <a:lnTo>
                    <a:pt x="7767" y="4324"/>
                  </a:lnTo>
                  <a:lnTo>
                    <a:pt x="7694" y="4250"/>
                  </a:lnTo>
                  <a:lnTo>
                    <a:pt x="7645" y="4153"/>
                  </a:lnTo>
                  <a:lnTo>
                    <a:pt x="7596" y="4031"/>
                  </a:lnTo>
                  <a:lnTo>
                    <a:pt x="7596" y="3908"/>
                  </a:lnTo>
                  <a:lnTo>
                    <a:pt x="7596" y="3786"/>
                  </a:lnTo>
                  <a:lnTo>
                    <a:pt x="7645" y="3689"/>
                  </a:lnTo>
                  <a:lnTo>
                    <a:pt x="7694" y="3591"/>
                  </a:lnTo>
                  <a:lnTo>
                    <a:pt x="7767" y="3493"/>
                  </a:lnTo>
                  <a:lnTo>
                    <a:pt x="7865" y="3420"/>
                  </a:lnTo>
                  <a:lnTo>
                    <a:pt x="7962" y="3371"/>
                  </a:lnTo>
                  <a:lnTo>
                    <a:pt x="8060" y="3347"/>
                  </a:lnTo>
                  <a:lnTo>
                    <a:pt x="8182" y="3322"/>
                  </a:lnTo>
                  <a:close/>
                  <a:moveTo>
                    <a:pt x="9086" y="4763"/>
                  </a:moveTo>
                  <a:lnTo>
                    <a:pt x="9159" y="4788"/>
                  </a:lnTo>
                  <a:lnTo>
                    <a:pt x="9281" y="4885"/>
                  </a:lnTo>
                  <a:lnTo>
                    <a:pt x="9354" y="5007"/>
                  </a:lnTo>
                  <a:lnTo>
                    <a:pt x="9379" y="5081"/>
                  </a:lnTo>
                  <a:lnTo>
                    <a:pt x="9379" y="5154"/>
                  </a:lnTo>
                  <a:lnTo>
                    <a:pt x="9379" y="5227"/>
                  </a:lnTo>
                  <a:lnTo>
                    <a:pt x="9354" y="5301"/>
                  </a:lnTo>
                  <a:lnTo>
                    <a:pt x="9281" y="5423"/>
                  </a:lnTo>
                  <a:lnTo>
                    <a:pt x="9159" y="5520"/>
                  </a:lnTo>
                  <a:lnTo>
                    <a:pt x="9086" y="5545"/>
                  </a:lnTo>
                  <a:lnTo>
                    <a:pt x="8915" y="5545"/>
                  </a:lnTo>
                  <a:lnTo>
                    <a:pt x="8842" y="5520"/>
                  </a:lnTo>
                  <a:lnTo>
                    <a:pt x="8719" y="5423"/>
                  </a:lnTo>
                  <a:lnTo>
                    <a:pt x="8646" y="5301"/>
                  </a:lnTo>
                  <a:lnTo>
                    <a:pt x="8622" y="5227"/>
                  </a:lnTo>
                  <a:lnTo>
                    <a:pt x="8597" y="5154"/>
                  </a:lnTo>
                  <a:lnTo>
                    <a:pt x="8622" y="5081"/>
                  </a:lnTo>
                  <a:lnTo>
                    <a:pt x="8646" y="5007"/>
                  </a:lnTo>
                  <a:lnTo>
                    <a:pt x="8719" y="4885"/>
                  </a:lnTo>
                  <a:lnTo>
                    <a:pt x="8842" y="4788"/>
                  </a:lnTo>
                  <a:lnTo>
                    <a:pt x="8915" y="4763"/>
                  </a:lnTo>
                  <a:close/>
                  <a:moveTo>
                    <a:pt x="2540" y="11309"/>
                  </a:moveTo>
                  <a:lnTo>
                    <a:pt x="2760" y="11675"/>
                  </a:lnTo>
                  <a:lnTo>
                    <a:pt x="3029" y="12041"/>
                  </a:lnTo>
                  <a:lnTo>
                    <a:pt x="3298" y="12408"/>
                  </a:lnTo>
                  <a:lnTo>
                    <a:pt x="3615" y="12750"/>
                  </a:lnTo>
                  <a:lnTo>
                    <a:pt x="3908" y="12994"/>
                  </a:lnTo>
                  <a:lnTo>
                    <a:pt x="4177" y="13238"/>
                  </a:lnTo>
                  <a:lnTo>
                    <a:pt x="3762" y="13482"/>
                  </a:lnTo>
                  <a:lnTo>
                    <a:pt x="3371" y="13678"/>
                  </a:lnTo>
                  <a:lnTo>
                    <a:pt x="3029" y="13824"/>
                  </a:lnTo>
                  <a:lnTo>
                    <a:pt x="2687" y="13922"/>
                  </a:lnTo>
                  <a:lnTo>
                    <a:pt x="2418" y="13995"/>
                  </a:lnTo>
                  <a:lnTo>
                    <a:pt x="2174" y="13995"/>
                  </a:lnTo>
                  <a:lnTo>
                    <a:pt x="2076" y="13971"/>
                  </a:lnTo>
                  <a:lnTo>
                    <a:pt x="1979" y="13946"/>
                  </a:lnTo>
                  <a:lnTo>
                    <a:pt x="1905" y="13897"/>
                  </a:lnTo>
                  <a:lnTo>
                    <a:pt x="1832" y="13849"/>
                  </a:lnTo>
                  <a:lnTo>
                    <a:pt x="1759" y="13775"/>
                  </a:lnTo>
                  <a:lnTo>
                    <a:pt x="1734" y="13678"/>
                  </a:lnTo>
                  <a:lnTo>
                    <a:pt x="1686" y="13580"/>
                  </a:lnTo>
                  <a:lnTo>
                    <a:pt x="1686" y="13482"/>
                  </a:lnTo>
                  <a:lnTo>
                    <a:pt x="1686" y="13214"/>
                  </a:lnTo>
                  <a:lnTo>
                    <a:pt x="1759" y="12921"/>
                  </a:lnTo>
                  <a:lnTo>
                    <a:pt x="1881" y="12554"/>
                  </a:lnTo>
                  <a:lnTo>
                    <a:pt x="2052" y="12188"/>
                  </a:lnTo>
                  <a:lnTo>
                    <a:pt x="2272" y="11748"/>
                  </a:lnTo>
                  <a:lnTo>
                    <a:pt x="2540" y="11309"/>
                  </a:lnTo>
                  <a:close/>
                  <a:moveTo>
                    <a:pt x="15362" y="1"/>
                  </a:moveTo>
                  <a:lnTo>
                    <a:pt x="15094" y="25"/>
                  </a:lnTo>
                  <a:lnTo>
                    <a:pt x="14801" y="74"/>
                  </a:lnTo>
                  <a:lnTo>
                    <a:pt x="14483" y="172"/>
                  </a:lnTo>
                  <a:lnTo>
                    <a:pt x="14141" y="294"/>
                  </a:lnTo>
                  <a:lnTo>
                    <a:pt x="13775" y="440"/>
                  </a:lnTo>
                  <a:lnTo>
                    <a:pt x="13384" y="611"/>
                  </a:lnTo>
                  <a:lnTo>
                    <a:pt x="12993" y="831"/>
                  </a:lnTo>
                  <a:lnTo>
                    <a:pt x="12578" y="1051"/>
                  </a:lnTo>
                  <a:lnTo>
                    <a:pt x="11699" y="1613"/>
                  </a:lnTo>
                  <a:lnTo>
                    <a:pt x="10747" y="2272"/>
                  </a:lnTo>
                  <a:lnTo>
                    <a:pt x="10307" y="2101"/>
                  </a:lnTo>
                  <a:lnTo>
                    <a:pt x="9843" y="1955"/>
                  </a:lnTo>
                  <a:lnTo>
                    <a:pt x="9379" y="1857"/>
                  </a:lnTo>
                  <a:lnTo>
                    <a:pt x="8915" y="1784"/>
                  </a:lnTo>
                  <a:lnTo>
                    <a:pt x="8451" y="1735"/>
                  </a:lnTo>
                  <a:lnTo>
                    <a:pt x="7962" y="1735"/>
                  </a:lnTo>
                  <a:lnTo>
                    <a:pt x="7498" y="1784"/>
                  </a:lnTo>
                  <a:lnTo>
                    <a:pt x="7034" y="1832"/>
                  </a:lnTo>
                  <a:lnTo>
                    <a:pt x="6570" y="1930"/>
                  </a:lnTo>
                  <a:lnTo>
                    <a:pt x="6106" y="2077"/>
                  </a:lnTo>
                  <a:lnTo>
                    <a:pt x="5667" y="2248"/>
                  </a:lnTo>
                  <a:lnTo>
                    <a:pt x="5227" y="2443"/>
                  </a:lnTo>
                  <a:lnTo>
                    <a:pt x="4787" y="2687"/>
                  </a:lnTo>
                  <a:lnTo>
                    <a:pt x="4397" y="2980"/>
                  </a:lnTo>
                  <a:lnTo>
                    <a:pt x="4006" y="3273"/>
                  </a:lnTo>
                  <a:lnTo>
                    <a:pt x="3615" y="3615"/>
                  </a:lnTo>
                  <a:lnTo>
                    <a:pt x="3273" y="4006"/>
                  </a:lnTo>
                  <a:lnTo>
                    <a:pt x="2980" y="4397"/>
                  </a:lnTo>
                  <a:lnTo>
                    <a:pt x="2687" y="4788"/>
                  </a:lnTo>
                  <a:lnTo>
                    <a:pt x="2443" y="5227"/>
                  </a:lnTo>
                  <a:lnTo>
                    <a:pt x="2247" y="5667"/>
                  </a:lnTo>
                  <a:lnTo>
                    <a:pt x="2076" y="6107"/>
                  </a:lnTo>
                  <a:lnTo>
                    <a:pt x="1930" y="6571"/>
                  </a:lnTo>
                  <a:lnTo>
                    <a:pt x="1832" y="7035"/>
                  </a:lnTo>
                  <a:lnTo>
                    <a:pt x="1783" y="7499"/>
                  </a:lnTo>
                  <a:lnTo>
                    <a:pt x="1734" y="7963"/>
                  </a:lnTo>
                  <a:lnTo>
                    <a:pt x="1734" y="8451"/>
                  </a:lnTo>
                  <a:lnTo>
                    <a:pt x="1783" y="8915"/>
                  </a:lnTo>
                  <a:lnTo>
                    <a:pt x="1857" y="9379"/>
                  </a:lnTo>
                  <a:lnTo>
                    <a:pt x="1954" y="9843"/>
                  </a:lnTo>
                  <a:lnTo>
                    <a:pt x="2101" y="10307"/>
                  </a:lnTo>
                  <a:lnTo>
                    <a:pt x="2272" y="10747"/>
                  </a:lnTo>
                  <a:lnTo>
                    <a:pt x="1612" y="11699"/>
                  </a:lnTo>
                  <a:lnTo>
                    <a:pt x="1051" y="12579"/>
                  </a:lnTo>
                  <a:lnTo>
                    <a:pt x="831" y="12994"/>
                  </a:lnTo>
                  <a:lnTo>
                    <a:pt x="611" y="13385"/>
                  </a:lnTo>
                  <a:lnTo>
                    <a:pt x="440" y="13775"/>
                  </a:lnTo>
                  <a:lnTo>
                    <a:pt x="293" y="14142"/>
                  </a:lnTo>
                  <a:lnTo>
                    <a:pt x="171" y="14484"/>
                  </a:lnTo>
                  <a:lnTo>
                    <a:pt x="74" y="14801"/>
                  </a:lnTo>
                  <a:lnTo>
                    <a:pt x="25" y="15094"/>
                  </a:lnTo>
                  <a:lnTo>
                    <a:pt x="0" y="15363"/>
                  </a:lnTo>
                  <a:lnTo>
                    <a:pt x="0" y="15583"/>
                  </a:lnTo>
                  <a:lnTo>
                    <a:pt x="49" y="15802"/>
                  </a:lnTo>
                  <a:lnTo>
                    <a:pt x="123" y="15973"/>
                  </a:lnTo>
                  <a:lnTo>
                    <a:pt x="245" y="16120"/>
                  </a:lnTo>
                  <a:lnTo>
                    <a:pt x="342" y="16218"/>
                  </a:lnTo>
                  <a:lnTo>
                    <a:pt x="489" y="16291"/>
                  </a:lnTo>
                  <a:lnTo>
                    <a:pt x="635" y="16340"/>
                  </a:lnTo>
                  <a:lnTo>
                    <a:pt x="806" y="16364"/>
                  </a:lnTo>
                  <a:lnTo>
                    <a:pt x="1173" y="16364"/>
                  </a:lnTo>
                  <a:lnTo>
                    <a:pt x="1393" y="16315"/>
                  </a:lnTo>
                  <a:lnTo>
                    <a:pt x="1637" y="16267"/>
                  </a:lnTo>
                  <a:lnTo>
                    <a:pt x="2150" y="16120"/>
                  </a:lnTo>
                  <a:lnTo>
                    <a:pt x="2711" y="15876"/>
                  </a:lnTo>
                  <a:lnTo>
                    <a:pt x="3322" y="15583"/>
                  </a:lnTo>
                  <a:lnTo>
                    <a:pt x="3957" y="15192"/>
                  </a:lnTo>
                  <a:lnTo>
                    <a:pt x="4665" y="14752"/>
                  </a:lnTo>
                  <a:lnTo>
                    <a:pt x="5373" y="14264"/>
                  </a:lnTo>
                  <a:lnTo>
                    <a:pt x="6131" y="13702"/>
                  </a:lnTo>
                  <a:lnTo>
                    <a:pt x="6912" y="13092"/>
                  </a:lnTo>
                  <a:lnTo>
                    <a:pt x="7718" y="12432"/>
                  </a:lnTo>
                  <a:lnTo>
                    <a:pt x="8524" y="11724"/>
                  </a:lnTo>
                  <a:lnTo>
                    <a:pt x="9330" y="10967"/>
                  </a:lnTo>
                  <a:lnTo>
                    <a:pt x="10160" y="10161"/>
                  </a:lnTo>
                  <a:lnTo>
                    <a:pt x="10966" y="9330"/>
                  </a:lnTo>
                  <a:lnTo>
                    <a:pt x="11723" y="8524"/>
                  </a:lnTo>
                  <a:lnTo>
                    <a:pt x="12432" y="7718"/>
                  </a:lnTo>
                  <a:lnTo>
                    <a:pt x="13091" y="6912"/>
                  </a:lnTo>
                  <a:lnTo>
                    <a:pt x="13702" y="6131"/>
                  </a:lnTo>
                  <a:lnTo>
                    <a:pt x="14263" y="5374"/>
                  </a:lnTo>
                  <a:lnTo>
                    <a:pt x="14752" y="4666"/>
                  </a:lnTo>
                  <a:lnTo>
                    <a:pt x="15192" y="3957"/>
                  </a:lnTo>
                  <a:lnTo>
                    <a:pt x="15582" y="3322"/>
                  </a:lnTo>
                  <a:lnTo>
                    <a:pt x="15875" y="2712"/>
                  </a:lnTo>
                  <a:lnTo>
                    <a:pt x="16120" y="2150"/>
                  </a:lnTo>
                  <a:lnTo>
                    <a:pt x="16266" y="1637"/>
                  </a:lnTo>
                  <a:lnTo>
                    <a:pt x="16315" y="1393"/>
                  </a:lnTo>
                  <a:lnTo>
                    <a:pt x="16364" y="1173"/>
                  </a:lnTo>
                  <a:lnTo>
                    <a:pt x="16364" y="978"/>
                  </a:lnTo>
                  <a:lnTo>
                    <a:pt x="16364" y="807"/>
                  </a:lnTo>
                  <a:lnTo>
                    <a:pt x="16339" y="636"/>
                  </a:lnTo>
                  <a:lnTo>
                    <a:pt x="16291" y="489"/>
                  </a:lnTo>
                  <a:lnTo>
                    <a:pt x="16217" y="343"/>
                  </a:lnTo>
                  <a:lnTo>
                    <a:pt x="16120" y="245"/>
                  </a:lnTo>
                  <a:lnTo>
                    <a:pt x="15973" y="123"/>
                  </a:lnTo>
                  <a:lnTo>
                    <a:pt x="15802" y="50"/>
                  </a:lnTo>
                  <a:lnTo>
                    <a:pt x="15582" y="1"/>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grpSp>
      <p:grpSp>
        <p:nvGrpSpPr>
          <p:cNvPr id="147" name="Google Shape;147;p20"/>
          <p:cNvGrpSpPr/>
          <p:nvPr/>
        </p:nvGrpSpPr>
        <p:grpSpPr>
          <a:xfrm rot="1057075">
            <a:off x="6161947" y="1812386"/>
            <a:ext cx="741255" cy="741354"/>
            <a:chOff x="570875" y="4322250"/>
            <a:chExt cx="443300" cy="443325"/>
          </a:xfrm>
        </p:grpSpPr>
        <p:sp>
          <p:nvSpPr>
            <p:cNvPr id="148" name="Google Shape;148;p20"/>
            <p:cNvSpPr/>
            <p:nvPr/>
          </p:nvSpPr>
          <p:spPr>
            <a:xfrm>
              <a:off x="570875" y="4322250"/>
              <a:ext cx="443300" cy="443325"/>
            </a:xfrm>
            <a:custGeom>
              <a:avLst/>
              <a:gdLst/>
              <a:ahLst/>
              <a:cxnLst/>
              <a:pathLst>
                <a:path w="17732" h="17733" extrusionOk="0">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49" name="Google Shape;149;p20"/>
            <p:cNvSpPr/>
            <p:nvPr/>
          </p:nvSpPr>
          <p:spPr>
            <a:xfrm>
              <a:off x="597725" y="4665400"/>
              <a:ext cx="73300" cy="73300"/>
            </a:xfrm>
            <a:custGeom>
              <a:avLst/>
              <a:gdLst/>
              <a:ahLst/>
              <a:cxnLst/>
              <a:pathLst>
                <a:path w="2932" h="2932" extrusionOk="0">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0" name="Google Shape;150;p20"/>
            <p:cNvSpPr/>
            <p:nvPr/>
          </p:nvSpPr>
          <p:spPr>
            <a:xfrm>
              <a:off x="654525" y="4708150"/>
              <a:ext cx="47025" cy="47025"/>
            </a:xfrm>
            <a:custGeom>
              <a:avLst/>
              <a:gdLst/>
              <a:ahLst/>
              <a:cxnLst/>
              <a:pathLst>
                <a:path w="1881" h="1881" extrusionOk="0">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1" name="Google Shape;151;p20"/>
            <p:cNvSpPr/>
            <p:nvPr/>
          </p:nvSpPr>
          <p:spPr>
            <a:xfrm>
              <a:off x="581250" y="4634875"/>
              <a:ext cx="47050" cy="47050"/>
            </a:xfrm>
            <a:custGeom>
              <a:avLst/>
              <a:gdLst/>
              <a:ahLst/>
              <a:cxnLst/>
              <a:pathLst>
                <a:path w="1882" h="1882" extrusionOk="0">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grpSp>
      <p:sp>
        <p:nvSpPr>
          <p:cNvPr id="152" name="Google Shape;152;p20"/>
          <p:cNvSpPr/>
          <p:nvPr/>
        </p:nvSpPr>
        <p:spPr>
          <a:xfrm rot="2466613">
            <a:off x="6245163" y="1147346"/>
            <a:ext cx="363854" cy="347420"/>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3" name="Google Shape;153;p20"/>
          <p:cNvSpPr/>
          <p:nvPr/>
        </p:nvSpPr>
        <p:spPr>
          <a:xfrm rot="-1609020">
            <a:off x="6777274" y="1365970"/>
            <a:ext cx="261831" cy="250005"/>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4" name="Google Shape;154;p20"/>
          <p:cNvSpPr/>
          <p:nvPr/>
        </p:nvSpPr>
        <p:spPr>
          <a:xfrm rot="2926409">
            <a:off x="8364950" y="1564011"/>
            <a:ext cx="196068" cy="187212"/>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5" name="Google Shape;155;p20"/>
          <p:cNvSpPr/>
          <p:nvPr/>
        </p:nvSpPr>
        <p:spPr>
          <a:xfrm rot="-1609718">
            <a:off x="7548927" y="309671"/>
            <a:ext cx="176665" cy="168686"/>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6" name="Google Shape;156;p20"/>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GB"/>
            </a:fld>
            <a:endParaRPr lang="en-GB"/>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40" name="Shape 140"/>
        <p:cNvGrpSpPr/>
        <p:nvPr/>
      </p:nvGrpSpPr>
      <p:grpSpPr>
        <a:xfrm>
          <a:off x="0" y="0"/>
          <a:ext cx="0" cy="0"/>
          <a:chOff x="0" y="0"/>
          <a:chExt cx="0" cy="0"/>
        </a:xfrm>
      </p:grpSpPr>
      <p:sp>
        <p:nvSpPr>
          <p:cNvPr id="141" name="Google Shape;141;p20"/>
          <p:cNvSpPr txBox="1"/>
          <p:nvPr>
            <p:ph type="ctrTitle" idx="4294967295"/>
          </p:nvPr>
        </p:nvSpPr>
        <p:spPr>
          <a:xfrm>
            <a:off x="2114675" y="1811950"/>
            <a:ext cx="5455500" cy="11598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US" altLang="en-GB" sz="7200">
                <a:solidFill>
                  <a:srgbClr val="FFB000"/>
                </a:solidFill>
              </a:rPr>
              <a:t>SECOND QUESTION</a:t>
            </a:r>
            <a:r>
              <a:rPr lang="en-GB" sz="7200">
                <a:solidFill>
                  <a:srgbClr val="FFB000"/>
                </a:solidFill>
              </a:rPr>
              <a:t> </a:t>
            </a:r>
            <a:endParaRPr lang="en-US" altLang="en-GB" sz="7200">
              <a:solidFill>
                <a:srgbClr val="FFB000"/>
              </a:solidFill>
            </a:endParaRPr>
          </a:p>
        </p:txBody>
      </p:sp>
      <p:sp>
        <p:nvSpPr>
          <p:cNvPr id="142" name="Google Shape;142;p20"/>
          <p:cNvSpPr txBox="1"/>
          <p:nvPr>
            <p:ph type="subTitle" idx="4294967295"/>
          </p:nvPr>
        </p:nvSpPr>
        <p:spPr>
          <a:xfrm>
            <a:off x="2114675" y="3487751"/>
            <a:ext cx="5455500" cy="784800"/>
          </a:xfrm>
          <a:prstGeom prst="rect">
            <a:avLst/>
          </a:prstGeom>
        </p:spPr>
        <p:txBody>
          <a:bodyPr spcFirstLastPara="1" wrap="square" lIns="91425" tIns="91425" rIns="91425" bIns="91425" anchor="t" anchorCtr="0">
            <a:noAutofit/>
          </a:bodyPr>
          <a:lstStyle/>
          <a:p>
            <a:pPr marL="0" lvl="0" indent="0" rtl="0">
              <a:spcBef>
                <a:spcPts val="600"/>
              </a:spcBef>
              <a:spcAft>
                <a:spcPts val="0"/>
              </a:spcAft>
              <a:buNone/>
            </a:pPr>
            <a:r>
              <a:rPr lang="en-US" altLang="en-GB" sz="2200"/>
              <a:t>After conducting the Exploratory Analysis, what kind of insight that you could extract from this datasets? If you could tell us a stories around this data, it is a plus</a:t>
            </a:r>
            <a:endParaRPr lang="en-US" altLang="en-GB" sz="2200"/>
          </a:p>
        </p:txBody>
      </p:sp>
      <p:sp>
        <p:nvSpPr>
          <p:cNvPr id="143" name="Google Shape;143;p20"/>
          <p:cNvSpPr/>
          <p:nvPr/>
        </p:nvSpPr>
        <p:spPr>
          <a:xfrm>
            <a:off x="7568290" y="2334064"/>
            <a:ext cx="261878" cy="250050"/>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grpSp>
        <p:nvGrpSpPr>
          <p:cNvPr id="144" name="Google Shape;144;p20"/>
          <p:cNvGrpSpPr/>
          <p:nvPr/>
        </p:nvGrpSpPr>
        <p:grpSpPr>
          <a:xfrm>
            <a:off x="7243253" y="929993"/>
            <a:ext cx="1121957" cy="1122271"/>
            <a:chOff x="6654650" y="3665275"/>
            <a:chExt cx="409100" cy="409125"/>
          </a:xfrm>
        </p:grpSpPr>
        <p:sp>
          <p:nvSpPr>
            <p:cNvPr id="145" name="Google Shape;145;p20"/>
            <p:cNvSpPr/>
            <p:nvPr/>
          </p:nvSpPr>
          <p:spPr>
            <a:xfrm>
              <a:off x="6808525" y="3819150"/>
              <a:ext cx="211875" cy="211900"/>
            </a:xfrm>
            <a:custGeom>
              <a:avLst/>
              <a:gdLst/>
              <a:ahLst/>
              <a:cxnLst/>
              <a:pathLst>
                <a:path w="8475" h="8476" extrusionOk="0">
                  <a:moveTo>
                    <a:pt x="8157" y="0"/>
                  </a:moveTo>
                  <a:lnTo>
                    <a:pt x="7327" y="1075"/>
                  </a:lnTo>
                  <a:lnTo>
                    <a:pt x="6399" y="2150"/>
                  </a:lnTo>
                  <a:lnTo>
                    <a:pt x="5422" y="3249"/>
                  </a:lnTo>
                  <a:lnTo>
                    <a:pt x="4347" y="4348"/>
                  </a:lnTo>
                  <a:lnTo>
                    <a:pt x="3248" y="5422"/>
                  </a:lnTo>
                  <a:lnTo>
                    <a:pt x="2149" y="6399"/>
                  </a:lnTo>
                  <a:lnTo>
                    <a:pt x="1075" y="7327"/>
                  </a:lnTo>
                  <a:lnTo>
                    <a:pt x="0" y="8158"/>
                  </a:lnTo>
                  <a:lnTo>
                    <a:pt x="440" y="8280"/>
                  </a:lnTo>
                  <a:lnTo>
                    <a:pt x="855" y="8377"/>
                  </a:lnTo>
                  <a:lnTo>
                    <a:pt x="1294" y="8426"/>
                  </a:lnTo>
                  <a:lnTo>
                    <a:pt x="1734" y="8475"/>
                  </a:lnTo>
                  <a:lnTo>
                    <a:pt x="2174" y="8475"/>
                  </a:lnTo>
                  <a:lnTo>
                    <a:pt x="2613" y="8451"/>
                  </a:lnTo>
                  <a:lnTo>
                    <a:pt x="3028" y="8402"/>
                  </a:lnTo>
                  <a:lnTo>
                    <a:pt x="3468" y="8304"/>
                  </a:lnTo>
                  <a:lnTo>
                    <a:pt x="3883" y="8207"/>
                  </a:lnTo>
                  <a:lnTo>
                    <a:pt x="4323" y="8060"/>
                  </a:lnTo>
                  <a:lnTo>
                    <a:pt x="4714" y="7889"/>
                  </a:lnTo>
                  <a:lnTo>
                    <a:pt x="5129" y="7694"/>
                  </a:lnTo>
                  <a:lnTo>
                    <a:pt x="5520" y="7449"/>
                  </a:lnTo>
                  <a:lnTo>
                    <a:pt x="5886" y="7205"/>
                  </a:lnTo>
                  <a:lnTo>
                    <a:pt x="6252" y="6912"/>
                  </a:lnTo>
                  <a:lnTo>
                    <a:pt x="6594" y="6595"/>
                  </a:lnTo>
                  <a:lnTo>
                    <a:pt x="6912" y="6253"/>
                  </a:lnTo>
                  <a:lnTo>
                    <a:pt x="7205" y="5886"/>
                  </a:lnTo>
                  <a:lnTo>
                    <a:pt x="7449" y="5520"/>
                  </a:lnTo>
                  <a:lnTo>
                    <a:pt x="7693" y="5129"/>
                  </a:lnTo>
                  <a:lnTo>
                    <a:pt x="7889" y="4714"/>
                  </a:lnTo>
                  <a:lnTo>
                    <a:pt x="8060" y="4323"/>
                  </a:lnTo>
                  <a:lnTo>
                    <a:pt x="8206" y="3884"/>
                  </a:lnTo>
                  <a:lnTo>
                    <a:pt x="8304" y="3468"/>
                  </a:lnTo>
                  <a:lnTo>
                    <a:pt x="8402" y="3029"/>
                  </a:lnTo>
                  <a:lnTo>
                    <a:pt x="8450" y="2614"/>
                  </a:lnTo>
                  <a:lnTo>
                    <a:pt x="8475" y="2174"/>
                  </a:lnTo>
                  <a:lnTo>
                    <a:pt x="8475" y="1734"/>
                  </a:lnTo>
                  <a:lnTo>
                    <a:pt x="8426" y="1295"/>
                  </a:lnTo>
                  <a:lnTo>
                    <a:pt x="8377" y="855"/>
                  </a:lnTo>
                  <a:lnTo>
                    <a:pt x="8279" y="440"/>
                  </a:lnTo>
                  <a:lnTo>
                    <a:pt x="8157" y="0"/>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46" name="Google Shape;146;p20"/>
            <p:cNvSpPr/>
            <p:nvPr/>
          </p:nvSpPr>
          <p:spPr>
            <a:xfrm>
              <a:off x="6654650" y="3665275"/>
              <a:ext cx="409100" cy="409125"/>
            </a:xfrm>
            <a:custGeom>
              <a:avLst/>
              <a:gdLst/>
              <a:ahLst/>
              <a:cxnLst/>
              <a:pathLst>
                <a:path w="16364" h="16365" extrusionOk="0">
                  <a:moveTo>
                    <a:pt x="13580" y="1686"/>
                  </a:moveTo>
                  <a:lnTo>
                    <a:pt x="13677" y="1735"/>
                  </a:lnTo>
                  <a:lnTo>
                    <a:pt x="13775" y="1759"/>
                  </a:lnTo>
                  <a:lnTo>
                    <a:pt x="13848" y="1832"/>
                  </a:lnTo>
                  <a:lnTo>
                    <a:pt x="13897" y="1906"/>
                  </a:lnTo>
                  <a:lnTo>
                    <a:pt x="13946" y="1979"/>
                  </a:lnTo>
                  <a:lnTo>
                    <a:pt x="13970" y="2077"/>
                  </a:lnTo>
                  <a:lnTo>
                    <a:pt x="13995" y="2174"/>
                  </a:lnTo>
                  <a:lnTo>
                    <a:pt x="13995" y="2419"/>
                  </a:lnTo>
                  <a:lnTo>
                    <a:pt x="13922" y="2687"/>
                  </a:lnTo>
                  <a:lnTo>
                    <a:pt x="13824" y="3029"/>
                  </a:lnTo>
                  <a:lnTo>
                    <a:pt x="13677" y="3371"/>
                  </a:lnTo>
                  <a:lnTo>
                    <a:pt x="13482" y="3762"/>
                  </a:lnTo>
                  <a:lnTo>
                    <a:pt x="13238" y="4177"/>
                  </a:lnTo>
                  <a:lnTo>
                    <a:pt x="12993" y="3908"/>
                  </a:lnTo>
                  <a:lnTo>
                    <a:pt x="12749" y="3615"/>
                  </a:lnTo>
                  <a:lnTo>
                    <a:pt x="12407" y="3298"/>
                  </a:lnTo>
                  <a:lnTo>
                    <a:pt x="12041" y="3029"/>
                  </a:lnTo>
                  <a:lnTo>
                    <a:pt x="11675" y="2761"/>
                  </a:lnTo>
                  <a:lnTo>
                    <a:pt x="11308" y="2541"/>
                  </a:lnTo>
                  <a:lnTo>
                    <a:pt x="11748" y="2272"/>
                  </a:lnTo>
                  <a:lnTo>
                    <a:pt x="12187" y="2052"/>
                  </a:lnTo>
                  <a:lnTo>
                    <a:pt x="12554" y="1881"/>
                  </a:lnTo>
                  <a:lnTo>
                    <a:pt x="12920" y="1759"/>
                  </a:lnTo>
                  <a:lnTo>
                    <a:pt x="13213" y="1686"/>
                  </a:lnTo>
                  <a:close/>
                  <a:moveTo>
                    <a:pt x="9721" y="3591"/>
                  </a:moveTo>
                  <a:lnTo>
                    <a:pt x="9794" y="3615"/>
                  </a:lnTo>
                  <a:lnTo>
                    <a:pt x="9916" y="3713"/>
                  </a:lnTo>
                  <a:lnTo>
                    <a:pt x="10014" y="3835"/>
                  </a:lnTo>
                  <a:lnTo>
                    <a:pt x="10038" y="3908"/>
                  </a:lnTo>
                  <a:lnTo>
                    <a:pt x="10038" y="3982"/>
                  </a:lnTo>
                  <a:lnTo>
                    <a:pt x="10038" y="4055"/>
                  </a:lnTo>
                  <a:lnTo>
                    <a:pt x="10014" y="4128"/>
                  </a:lnTo>
                  <a:lnTo>
                    <a:pt x="9916" y="4250"/>
                  </a:lnTo>
                  <a:lnTo>
                    <a:pt x="9794" y="4348"/>
                  </a:lnTo>
                  <a:lnTo>
                    <a:pt x="9721" y="4372"/>
                  </a:lnTo>
                  <a:lnTo>
                    <a:pt x="9574" y="4372"/>
                  </a:lnTo>
                  <a:lnTo>
                    <a:pt x="9501" y="4348"/>
                  </a:lnTo>
                  <a:lnTo>
                    <a:pt x="9379" y="4250"/>
                  </a:lnTo>
                  <a:lnTo>
                    <a:pt x="9281" y="4128"/>
                  </a:lnTo>
                  <a:lnTo>
                    <a:pt x="9257" y="4055"/>
                  </a:lnTo>
                  <a:lnTo>
                    <a:pt x="9257" y="3982"/>
                  </a:lnTo>
                  <a:lnTo>
                    <a:pt x="9257" y="3908"/>
                  </a:lnTo>
                  <a:lnTo>
                    <a:pt x="9281" y="3835"/>
                  </a:lnTo>
                  <a:lnTo>
                    <a:pt x="9379" y="3713"/>
                  </a:lnTo>
                  <a:lnTo>
                    <a:pt x="9501" y="3615"/>
                  </a:lnTo>
                  <a:lnTo>
                    <a:pt x="9574" y="3591"/>
                  </a:lnTo>
                  <a:close/>
                  <a:moveTo>
                    <a:pt x="8182" y="3322"/>
                  </a:moveTo>
                  <a:lnTo>
                    <a:pt x="8304" y="3347"/>
                  </a:lnTo>
                  <a:lnTo>
                    <a:pt x="8402" y="3371"/>
                  </a:lnTo>
                  <a:lnTo>
                    <a:pt x="8500" y="3420"/>
                  </a:lnTo>
                  <a:lnTo>
                    <a:pt x="8597" y="3493"/>
                  </a:lnTo>
                  <a:lnTo>
                    <a:pt x="8671" y="3591"/>
                  </a:lnTo>
                  <a:lnTo>
                    <a:pt x="8719" y="3689"/>
                  </a:lnTo>
                  <a:lnTo>
                    <a:pt x="8768" y="3786"/>
                  </a:lnTo>
                  <a:lnTo>
                    <a:pt x="8768" y="3908"/>
                  </a:lnTo>
                  <a:lnTo>
                    <a:pt x="8768" y="4031"/>
                  </a:lnTo>
                  <a:lnTo>
                    <a:pt x="8719" y="4153"/>
                  </a:lnTo>
                  <a:lnTo>
                    <a:pt x="8671" y="4250"/>
                  </a:lnTo>
                  <a:lnTo>
                    <a:pt x="8597" y="4324"/>
                  </a:lnTo>
                  <a:lnTo>
                    <a:pt x="8500" y="4397"/>
                  </a:lnTo>
                  <a:lnTo>
                    <a:pt x="8402" y="4446"/>
                  </a:lnTo>
                  <a:lnTo>
                    <a:pt x="8304" y="4495"/>
                  </a:lnTo>
                  <a:lnTo>
                    <a:pt x="8060" y="4495"/>
                  </a:lnTo>
                  <a:lnTo>
                    <a:pt x="7962" y="4446"/>
                  </a:lnTo>
                  <a:lnTo>
                    <a:pt x="7865" y="4397"/>
                  </a:lnTo>
                  <a:lnTo>
                    <a:pt x="7767" y="4324"/>
                  </a:lnTo>
                  <a:lnTo>
                    <a:pt x="7694" y="4250"/>
                  </a:lnTo>
                  <a:lnTo>
                    <a:pt x="7645" y="4153"/>
                  </a:lnTo>
                  <a:lnTo>
                    <a:pt x="7596" y="4031"/>
                  </a:lnTo>
                  <a:lnTo>
                    <a:pt x="7596" y="3908"/>
                  </a:lnTo>
                  <a:lnTo>
                    <a:pt x="7596" y="3786"/>
                  </a:lnTo>
                  <a:lnTo>
                    <a:pt x="7645" y="3689"/>
                  </a:lnTo>
                  <a:lnTo>
                    <a:pt x="7694" y="3591"/>
                  </a:lnTo>
                  <a:lnTo>
                    <a:pt x="7767" y="3493"/>
                  </a:lnTo>
                  <a:lnTo>
                    <a:pt x="7865" y="3420"/>
                  </a:lnTo>
                  <a:lnTo>
                    <a:pt x="7962" y="3371"/>
                  </a:lnTo>
                  <a:lnTo>
                    <a:pt x="8060" y="3347"/>
                  </a:lnTo>
                  <a:lnTo>
                    <a:pt x="8182" y="3322"/>
                  </a:lnTo>
                  <a:close/>
                  <a:moveTo>
                    <a:pt x="9086" y="4763"/>
                  </a:moveTo>
                  <a:lnTo>
                    <a:pt x="9159" y="4788"/>
                  </a:lnTo>
                  <a:lnTo>
                    <a:pt x="9281" y="4885"/>
                  </a:lnTo>
                  <a:lnTo>
                    <a:pt x="9354" y="5007"/>
                  </a:lnTo>
                  <a:lnTo>
                    <a:pt x="9379" y="5081"/>
                  </a:lnTo>
                  <a:lnTo>
                    <a:pt x="9379" y="5154"/>
                  </a:lnTo>
                  <a:lnTo>
                    <a:pt x="9379" y="5227"/>
                  </a:lnTo>
                  <a:lnTo>
                    <a:pt x="9354" y="5301"/>
                  </a:lnTo>
                  <a:lnTo>
                    <a:pt x="9281" y="5423"/>
                  </a:lnTo>
                  <a:lnTo>
                    <a:pt x="9159" y="5520"/>
                  </a:lnTo>
                  <a:lnTo>
                    <a:pt x="9086" y="5545"/>
                  </a:lnTo>
                  <a:lnTo>
                    <a:pt x="8915" y="5545"/>
                  </a:lnTo>
                  <a:lnTo>
                    <a:pt x="8842" y="5520"/>
                  </a:lnTo>
                  <a:lnTo>
                    <a:pt x="8719" y="5423"/>
                  </a:lnTo>
                  <a:lnTo>
                    <a:pt x="8646" y="5301"/>
                  </a:lnTo>
                  <a:lnTo>
                    <a:pt x="8622" y="5227"/>
                  </a:lnTo>
                  <a:lnTo>
                    <a:pt x="8597" y="5154"/>
                  </a:lnTo>
                  <a:lnTo>
                    <a:pt x="8622" y="5081"/>
                  </a:lnTo>
                  <a:lnTo>
                    <a:pt x="8646" y="5007"/>
                  </a:lnTo>
                  <a:lnTo>
                    <a:pt x="8719" y="4885"/>
                  </a:lnTo>
                  <a:lnTo>
                    <a:pt x="8842" y="4788"/>
                  </a:lnTo>
                  <a:lnTo>
                    <a:pt x="8915" y="4763"/>
                  </a:lnTo>
                  <a:close/>
                  <a:moveTo>
                    <a:pt x="2540" y="11309"/>
                  </a:moveTo>
                  <a:lnTo>
                    <a:pt x="2760" y="11675"/>
                  </a:lnTo>
                  <a:lnTo>
                    <a:pt x="3029" y="12041"/>
                  </a:lnTo>
                  <a:lnTo>
                    <a:pt x="3298" y="12408"/>
                  </a:lnTo>
                  <a:lnTo>
                    <a:pt x="3615" y="12750"/>
                  </a:lnTo>
                  <a:lnTo>
                    <a:pt x="3908" y="12994"/>
                  </a:lnTo>
                  <a:lnTo>
                    <a:pt x="4177" y="13238"/>
                  </a:lnTo>
                  <a:lnTo>
                    <a:pt x="3762" y="13482"/>
                  </a:lnTo>
                  <a:lnTo>
                    <a:pt x="3371" y="13678"/>
                  </a:lnTo>
                  <a:lnTo>
                    <a:pt x="3029" y="13824"/>
                  </a:lnTo>
                  <a:lnTo>
                    <a:pt x="2687" y="13922"/>
                  </a:lnTo>
                  <a:lnTo>
                    <a:pt x="2418" y="13995"/>
                  </a:lnTo>
                  <a:lnTo>
                    <a:pt x="2174" y="13995"/>
                  </a:lnTo>
                  <a:lnTo>
                    <a:pt x="2076" y="13971"/>
                  </a:lnTo>
                  <a:lnTo>
                    <a:pt x="1979" y="13946"/>
                  </a:lnTo>
                  <a:lnTo>
                    <a:pt x="1905" y="13897"/>
                  </a:lnTo>
                  <a:lnTo>
                    <a:pt x="1832" y="13849"/>
                  </a:lnTo>
                  <a:lnTo>
                    <a:pt x="1759" y="13775"/>
                  </a:lnTo>
                  <a:lnTo>
                    <a:pt x="1734" y="13678"/>
                  </a:lnTo>
                  <a:lnTo>
                    <a:pt x="1686" y="13580"/>
                  </a:lnTo>
                  <a:lnTo>
                    <a:pt x="1686" y="13482"/>
                  </a:lnTo>
                  <a:lnTo>
                    <a:pt x="1686" y="13214"/>
                  </a:lnTo>
                  <a:lnTo>
                    <a:pt x="1759" y="12921"/>
                  </a:lnTo>
                  <a:lnTo>
                    <a:pt x="1881" y="12554"/>
                  </a:lnTo>
                  <a:lnTo>
                    <a:pt x="2052" y="12188"/>
                  </a:lnTo>
                  <a:lnTo>
                    <a:pt x="2272" y="11748"/>
                  </a:lnTo>
                  <a:lnTo>
                    <a:pt x="2540" y="11309"/>
                  </a:lnTo>
                  <a:close/>
                  <a:moveTo>
                    <a:pt x="15362" y="1"/>
                  </a:moveTo>
                  <a:lnTo>
                    <a:pt x="15094" y="25"/>
                  </a:lnTo>
                  <a:lnTo>
                    <a:pt x="14801" y="74"/>
                  </a:lnTo>
                  <a:lnTo>
                    <a:pt x="14483" y="172"/>
                  </a:lnTo>
                  <a:lnTo>
                    <a:pt x="14141" y="294"/>
                  </a:lnTo>
                  <a:lnTo>
                    <a:pt x="13775" y="440"/>
                  </a:lnTo>
                  <a:lnTo>
                    <a:pt x="13384" y="611"/>
                  </a:lnTo>
                  <a:lnTo>
                    <a:pt x="12993" y="831"/>
                  </a:lnTo>
                  <a:lnTo>
                    <a:pt x="12578" y="1051"/>
                  </a:lnTo>
                  <a:lnTo>
                    <a:pt x="11699" y="1613"/>
                  </a:lnTo>
                  <a:lnTo>
                    <a:pt x="10747" y="2272"/>
                  </a:lnTo>
                  <a:lnTo>
                    <a:pt x="10307" y="2101"/>
                  </a:lnTo>
                  <a:lnTo>
                    <a:pt x="9843" y="1955"/>
                  </a:lnTo>
                  <a:lnTo>
                    <a:pt x="9379" y="1857"/>
                  </a:lnTo>
                  <a:lnTo>
                    <a:pt x="8915" y="1784"/>
                  </a:lnTo>
                  <a:lnTo>
                    <a:pt x="8451" y="1735"/>
                  </a:lnTo>
                  <a:lnTo>
                    <a:pt x="7962" y="1735"/>
                  </a:lnTo>
                  <a:lnTo>
                    <a:pt x="7498" y="1784"/>
                  </a:lnTo>
                  <a:lnTo>
                    <a:pt x="7034" y="1832"/>
                  </a:lnTo>
                  <a:lnTo>
                    <a:pt x="6570" y="1930"/>
                  </a:lnTo>
                  <a:lnTo>
                    <a:pt x="6106" y="2077"/>
                  </a:lnTo>
                  <a:lnTo>
                    <a:pt x="5667" y="2248"/>
                  </a:lnTo>
                  <a:lnTo>
                    <a:pt x="5227" y="2443"/>
                  </a:lnTo>
                  <a:lnTo>
                    <a:pt x="4787" y="2687"/>
                  </a:lnTo>
                  <a:lnTo>
                    <a:pt x="4397" y="2980"/>
                  </a:lnTo>
                  <a:lnTo>
                    <a:pt x="4006" y="3273"/>
                  </a:lnTo>
                  <a:lnTo>
                    <a:pt x="3615" y="3615"/>
                  </a:lnTo>
                  <a:lnTo>
                    <a:pt x="3273" y="4006"/>
                  </a:lnTo>
                  <a:lnTo>
                    <a:pt x="2980" y="4397"/>
                  </a:lnTo>
                  <a:lnTo>
                    <a:pt x="2687" y="4788"/>
                  </a:lnTo>
                  <a:lnTo>
                    <a:pt x="2443" y="5227"/>
                  </a:lnTo>
                  <a:lnTo>
                    <a:pt x="2247" y="5667"/>
                  </a:lnTo>
                  <a:lnTo>
                    <a:pt x="2076" y="6107"/>
                  </a:lnTo>
                  <a:lnTo>
                    <a:pt x="1930" y="6571"/>
                  </a:lnTo>
                  <a:lnTo>
                    <a:pt x="1832" y="7035"/>
                  </a:lnTo>
                  <a:lnTo>
                    <a:pt x="1783" y="7499"/>
                  </a:lnTo>
                  <a:lnTo>
                    <a:pt x="1734" y="7963"/>
                  </a:lnTo>
                  <a:lnTo>
                    <a:pt x="1734" y="8451"/>
                  </a:lnTo>
                  <a:lnTo>
                    <a:pt x="1783" y="8915"/>
                  </a:lnTo>
                  <a:lnTo>
                    <a:pt x="1857" y="9379"/>
                  </a:lnTo>
                  <a:lnTo>
                    <a:pt x="1954" y="9843"/>
                  </a:lnTo>
                  <a:lnTo>
                    <a:pt x="2101" y="10307"/>
                  </a:lnTo>
                  <a:lnTo>
                    <a:pt x="2272" y="10747"/>
                  </a:lnTo>
                  <a:lnTo>
                    <a:pt x="1612" y="11699"/>
                  </a:lnTo>
                  <a:lnTo>
                    <a:pt x="1051" y="12579"/>
                  </a:lnTo>
                  <a:lnTo>
                    <a:pt x="831" y="12994"/>
                  </a:lnTo>
                  <a:lnTo>
                    <a:pt x="611" y="13385"/>
                  </a:lnTo>
                  <a:lnTo>
                    <a:pt x="440" y="13775"/>
                  </a:lnTo>
                  <a:lnTo>
                    <a:pt x="293" y="14142"/>
                  </a:lnTo>
                  <a:lnTo>
                    <a:pt x="171" y="14484"/>
                  </a:lnTo>
                  <a:lnTo>
                    <a:pt x="74" y="14801"/>
                  </a:lnTo>
                  <a:lnTo>
                    <a:pt x="25" y="15094"/>
                  </a:lnTo>
                  <a:lnTo>
                    <a:pt x="0" y="15363"/>
                  </a:lnTo>
                  <a:lnTo>
                    <a:pt x="0" y="15583"/>
                  </a:lnTo>
                  <a:lnTo>
                    <a:pt x="49" y="15802"/>
                  </a:lnTo>
                  <a:lnTo>
                    <a:pt x="123" y="15973"/>
                  </a:lnTo>
                  <a:lnTo>
                    <a:pt x="245" y="16120"/>
                  </a:lnTo>
                  <a:lnTo>
                    <a:pt x="342" y="16218"/>
                  </a:lnTo>
                  <a:lnTo>
                    <a:pt x="489" y="16291"/>
                  </a:lnTo>
                  <a:lnTo>
                    <a:pt x="635" y="16340"/>
                  </a:lnTo>
                  <a:lnTo>
                    <a:pt x="806" y="16364"/>
                  </a:lnTo>
                  <a:lnTo>
                    <a:pt x="1173" y="16364"/>
                  </a:lnTo>
                  <a:lnTo>
                    <a:pt x="1393" y="16315"/>
                  </a:lnTo>
                  <a:lnTo>
                    <a:pt x="1637" y="16267"/>
                  </a:lnTo>
                  <a:lnTo>
                    <a:pt x="2150" y="16120"/>
                  </a:lnTo>
                  <a:lnTo>
                    <a:pt x="2711" y="15876"/>
                  </a:lnTo>
                  <a:lnTo>
                    <a:pt x="3322" y="15583"/>
                  </a:lnTo>
                  <a:lnTo>
                    <a:pt x="3957" y="15192"/>
                  </a:lnTo>
                  <a:lnTo>
                    <a:pt x="4665" y="14752"/>
                  </a:lnTo>
                  <a:lnTo>
                    <a:pt x="5373" y="14264"/>
                  </a:lnTo>
                  <a:lnTo>
                    <a:pt x="6131" y="13702"/>
                  </a:lnTo>
                  <a:lnTo>
                    <a:pt x="6912" y="13092"/>
                  </a:lnTo>
                  <a:lnTo>
                    <a:pt x="7718" y="12432"/>
                  </a:lnTo>
                  <a:lnTo>
                    <a:pt x="8524" y="11724"/>
                  </a:lnTo>
                  <a:lnTo>
                    <a:pt x="9330" y="10967"/>
                  </a:lnTo>
                  <a:lnTo>
                    <a:pt x="10160" y="10161"/>
                  </a:lnTo>
                  <a:lnTo>
                    <a:pt x="10966" y="9330"/>
                  </a:lnTo>
                  <a:lnTo>
                    <a:pt x="11723" y="8524"/>
                  </a:lnTo>
                  <a:lnTo>
                    <a:pt x="12432" y="7718"/>
                  </a:lnTo>
                  <a:lnTo>
                    <a:pt x="13091" y="6912"/>
                  </a:lnTo>
                  <a:lnTo>
                    <a:pt x="13702" y="6131"/>
                  </a:lnTo>
                  <a:lnTo>
                    <a:pt x="14263" y="5374"/>
                  </a:lnTo>
                  <a:lnTo>
                    <a:pt x="14752" y="4666"/>
                  </a:lnTo>
                  <a:lnTo>
                    <a:pt x="15192" y="3957"/>
                  </a:lnTo>
                  <a:lnTo>
                    <a:pt x="15582" y="3322"/>
                  </a:lnTo>
                  <a:lnTo>
                    <a:pt x="15875" y="2712"/>
                  </a:lnTo>
                  <a:lnTo>
                    <a:pt x="16120" y="2150"/>
                  </a:lnTo>
                  <a:lnTo>
                    <a:pt x="16266" y="1637"/>
                  </a:lnTo>
                  <a:lnTo>
                    <a:pt x="16315" y="1393"/>
                  </a:lnTo>
                  <a:lnTo>
                    <a:pt x="16364" y="1173"/>
                  </a:lnTo>
                  <a:lnTo>
                    <a:pt x="16364" y="978"/>
                  </a:lnTo>
                  <a:lnTo>
                    <a:pt x="16364" y="807"/>
                  </a:lnTo>
                  <a:lnTo>
                    <a:pt x="16339" y="636"/>
                  </a:lnTo>
                  <a:lnTo>
                    <a:pt x="16291" y="489"/>
                  </a:lnTo>
                  <a:lnTo>
                    <a:pt x="16217" y="343"/>
                  </a:lnTo>
                  <a:lnTo>
                    <a:pt x="16120" y="245"/>
                  </a:lnTo>
                  <a:lnTo>
                    <a:pt x="15973" y="123"/>
                  </a:lnTo>
                  <a:lnTo>
                    <a:pt x="15802" y="50"/>
                  </a:lnTo>
                  <a:lnTo>
                    <a:pt x="15582" y="1"/>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grpSp>
      <p:grpSp>
        <p:nvGrpSpPr>
          <p:cNvPr id="147" name="Google Shape;147;p20"/>
          <p:cNvGrpSpPr/>
          <p:nvPr/>
        </p:nvGrpSpPr>
        <p:grpSpPr>
          <a:xfrm rot="1057075">
            <a:off x="6161947" y="1812386"/>
            <a:ext cx="741255" cy="741354"/>
            <a:chOff x="570875" y="4322250"/>
            <a:chExt cx="443300" cy="443325"/>
          </a:xfrm>
        </p:grpSpPr>
        <p:sp>
          <p:nvSpPr>
            <p:cNvPr id="148" name="Google Shape;148;p20"/>
            <p:cNvSpPr/>
            <p:nvPr/>
          </p:nvSpPr>
          <p:spPr>
            <a:xfrm>
              <a:off x="570875" y="4322250"/>
              <a:ext cx="443300" cy="443325"/>
            </a:xfrm>
            <a:custGeom>
              <a:avLst/>
              <a:gdLst/>
              <a:ahLst/>
              <a:cxnLst/>
              <a:pathLst>
                <a:path w="17732" h="17733" extrusionOk="0">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49" name="Google Shape;149;p20"/>
            <p:cNvSpPr/>
            <p:nvPr/>
          </p:nvSpPr>
          <p:spPr>
            <a:xfrm>
              <a:off x="597725" y="4665400"/>
              <a:ext cx="73300" cy="73300"/>
            </a:xfrm>
            <a:custGeom>
              <a:avLst/>
              <a:gdLst/>
              <a:ahLst/>
              <a:cxnLst/>
              <a:pathLst>
                <a:path w="2932" h="2932" extrusionOk="0">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0" name="Google Shape;150;p20"/>
            <p:cNvSpPr/>
            <p:nvPr/>
          </p:nvSpPr>
          <p:spPr>
            <a:xfrm>
              <a:off x="654525" y="4708150"/>
              <a:ext cx="47025" cy="47025"/>
            </a:xfrm>
            <a:custGeom>
              <a:avLst/>
              <a:gdLst/>
              <a:ahLst/>
              <a:cxnLst/>
              <a:pathLst>
                <a:path w="1881" h="1881" extrusionOk="0">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1" name="Google Shape;151;p20"/>
            <p:cNvSpPr/>
            <p:nvPr/>
          </p:nvSpPr>
          <p:spPr>
            <a:xfrm>
              <a:off x="581250" y="4634875"/>
              <a:ext cx="47050" cy="47050"/>
            </a:xfrm>
            <a:custGeom>
              <a:avLst/>
              <a:gdLst/>
              <a:ahLst/>
              <a:cxnLst/>
              <a:pathLst>
                <a:path w="1882" h="1882" extrusionOk="0">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grpSp>
      <p:sp>
        <p:nvSpPr>
          <p:cNvPr id="152" name="Google Shape;152;p20"/>
          <p:cNvSpPr/>
          <p:nvPr/>
        </p:nvSpPr>
        <p:spPr>
          <a:xfrm rot="2466613">
            <a:off x="6245163" y="1147346"/>
            <a:ext cx="363854" cy="347420"/>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3" name="Google Shape;153;p20"/>
          <p:cNvSpPr/>
          <p:nvPr/>
        </p:nvSpPr>
        <p:spPr>
          <a:xfrm rot="-1609020">
            <a:off x="6777274" y="1365970"/>
            <a:ext cx="261831" cy="250005"/>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4" name="Google Shape;154;p20"/>
          <p:cNvSpPr/>
          <p:nvPr/>
        </p:nvSpPr>
        <p:spPr>
          <a:xfrm rot="2926409">
            <a:off x="8364950" y="1564011"/>
            <a:ext cx="196068" cy="187212"/>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5" name="Google Shape;155;p20"/>
          <p:cNvSpPr/>
          <p:nvPr/>
        </p:nvSpPr>
        <p:spPr>
          <a:xfrm rot="-1609718">
            <a:off x="7548927" y="309671"/>
            <a:ext cx="176665" cy="168686"/>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6" name="Google Shape;156;p20"/>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GB"/>
            </a:fld>
            <a:endParaRPr lang="en-GB"/>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40" name="Shape 140"/>
        <p:cNvGrpSpPr/>
        <p:nvPr/>
      </p:nvGrpSpPr>
      <p:grpSpPr>
        <a:xfrm>
          <a:off x="0" y="0"/>
          <a:ext cx="0" cy="0"/>
          <a:chOff x="0" y="0"/>
          <a:chExt cx="0" cy="0"/>
        </a:xfrm>
      </p:grpSpPr>
      <p:sp>
        <p:nvSpPr>
          <p:cNvPr id="141" name="Google Shape;141;p20"/>
          <p:cNvSpPr txBox="1"/>
          <p:nvPr>
            <p:ph type="ctrTitle" idx="4294967295"/>
          </p:nvPr>
        </p:nvSpPr>
        <p:spPr>
          <a:xfrm>
            <a:off x="2114675" y="1811950"/>
            <a:ext cx="5455500" cy="11598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US" altLang="en-GB" sz="7200">
                <a:solidFill>
                  <a:srgbClr val="FFB000"/>
                </a:solidFill>
              </a:rPr>
              <a:t>THIRD QUESTION</a:t>
            </a:r>
            <a:r>
              <a:rPr lang="en-GB" sz="7200">
                <a:solidFill>
                  <a:srgbClr val="FFB000"/>
                </a:solidFill>
              </a:rPr>
              <a:t> </a:t>
            </a:r>
            <a:endParaRPr lang="en-US" altLang="en-GB" sz="7200">
              <a:solidFill>
                <a:srgbClr val="FFB000"/>
              </a:solidFill>
            </a:endParaRPr>
          </a:p>
        </p:txBody>
      </p:sp>
      <p:sp>
        <p:nvSpPr>
          <p:cNvPr id="142" name="Google Shape;142;p20"/>
          <p:cNvSpPr txBox="1"/>
          <p:nvPr>
            <p:ph type="subTitle" idx="4294967295"/>
          </p:nvPr>
        </p:nvSpPr>
        <p:spPr>
          <a:xfrm>
            <a:off x="2114675" y="3487751"/>
            <a:ext cx="5455500" cy="784800"/>
          </a:xfrm>
          <a:prstGeom prst="rect">
            <a:avLst/>
          </a:prstGeom>
        </p:spPr>
        <p:txBody>
          <a:bodyPr spcFirstLastPara="1" wrap="square" lIns="91425" tIns="91425" rIns="91425" bIns="91425" anchor="t" anchorCtr="0">
            <a:noAutofit/>
          </a:bodyPr>
          <a:lstStyle/>
          <a:p>
            <a:pPr marL="0" lvl="0" indent="0" rtl="0">
              <a:spcBef>
                <a:spcPts val="600"/>
              </a:spcBef>
              <a:spcAft>
                <a:spcPts val="0"/>
              </a:spcAft>
              <a:buNone/>
            </a:pPr>
            <a:r>
              <a:rPr lang="en-US" altLang="en-GB" sz="2200"/>
              <a:t>What kind of tools that you use to work on this dataset?</a:t>
            </a:r>
            <a:endParaRPr lang="en-US" altLang="en-GB" sz="2200"/>
          </a:p>
        </p:txBody>
      </p:sp>
      <p:sp>
        <p:nvSpPr>
          <p:cNvPr id="143" name="Google Shape;143;p20"/>
          <p:cNvSpPr/>
          <p:nvPr/>
        </p:nvSpPr>
        <p:spPr>
          <a:xfrm>
            <a:off x="7568290" y="2334064"/>
            <a:ext cx="261878" cy="250050"/>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grpSp>
        <p:nvGrpSpPr>
          <p:cNvPr id="144" name="Google Shape;144;p20"/>
          <p:cNvGrpSpPr/>
          <p:nvPr/>
        </p:nvGrpSpPr>
        <p:grpSpPr>
          <a:xfrm>
            <a:off x="7243253" y="929993"/>
            <a:ext cx="1121957" cy="1122271"/>
            <a:chOff x="6654650" y="3665275"/>
            <a:chExt cx="409100" cy="409125"/>
          </a:xfrm>
        </p:grpSpPr>
        <p:sp>
          <p:nvSpPr>
            <p:cNvPr id="145" name="Google Shape;145;p20"/>
            <p:cNvSpPr/>
            <p:nvPr/>
          </p:nvSpPr>
          <p:spPr>
            <a:xfrm>
              <a:off x="6808525" y="3819150"/>
              <a:ext cx="211875" cy="211900"/>
            </a:xfrm>
            <a:custGeom>
              <a:avLst/>
              <a:gdLst/>
              <a:ahLst/>
              <a:cxnLst/>
              <a:pathLst>
                <a:path w="8475" h="8476" extrusionOk="0">
                  <a:moveTo>
                    <a:pt x="8157" y="0"/>
                  </a:moveTo>
                  <a:lnTo>
                    <a:pt x="7327" y="1075"/>
                  </a:lnTo>
                  <a:lnTo>
                    <a:pt x="6399" y="2150"/>
                  </a:lnTo>
                  <a:lnTo>
                    <a:pt x="5422" y="3249"/>
                  </a:lnTo>
                  <a:lnTo>
                    <a:pt x="4347" y="4348"/>
                  </a:lnTo>
                  <a:lnTo>
                    <a:pt x="3248" y="5422"/>
                  </a:lnTo>
                  <a:lnTo>
                    <a:pt x="2149" y="6399"/>
                  </a:lnTo>
                  <a:lnTo>
                    <a:pt x="1075" y="7327"/>
                  </a:lnTo>
                  <a:lnTo>
                    <a:pt x="0" y="8158"/>
                  </a:lnTo>
                  <a:lnTo>
                    <a:pt x="440" y="8280"/>
                  </a:lnTo>
                  <a:lnTo>
                    <a:pt x="855" y="8377"/>
                  </a:lnTo>
                  <a:lnTo>
                    <a:pt x="1294" y="8426"/>
                  </a:lnTo>
                  <a:lnTo>
                    <a:pt x="1734" y="8475"/>
                  </a:lnTo>
                  <a:lnTo>
                    <a:pt x="2174" y="8475"/>
                  </a:lnTo>
                  <a:lnTo>
                    <a:pt x="2613" y="8451"/>
                  </a:lnTo>
                  <a:lnTo>
                    <a:pt x="3028" y="8402"/>
                  </a:lnTo>
                  <a:lnTo>
                    <a:pt x="3468" y="8304"/>
                  </a:lnTo>
                  <a:lnTo>
                    <a:pt x="3883" y="8207"/>
                  </a:lnTo>
                  <a:lnTo>
                    <a:pt x="4323" y="8060"/>
                  </a:lnTo>
                  <a:lnTo>
                    <a:pt x="4714" y="7889"/>
                  </a:lnTo>
                  <a:lnTo>
                    <a:pt x="5129" y="7694"/>
                  </a:lnTo>
                  <a:lnTo>
                    <a:pt x="5520" y="7449"/>
                  </a:lnTo>
                  <a:lnTo>
                    <a:pt x="5886" y="7205"/>
                  </a:lnTo>
                  <a:lnTo>
                    <a:pt x="6252" y="6912"/>
                  </a:lnTo>
                  <a:lnTo>
                    <a:pt x="6594" y="6595"/>
                  </a:lnTo>
                  <a:lnTo>
                    <a:pt x="6912" y="6253"/>
                  </a:lnTo>
                  <a:lnTo>
                    <a:pt x="7205" y="5886"/>
                  </a:lnTo>
                  <a:lnTo>
                    <a:pt x="7449" y="5520"/>
                  </a:lnTo>
                  <a:lnTo>
                    <a:pt x="7693" y="5129"/>
                  </a:lnTo>
                  <a:lnTo>
                    <a:pt x="7889" y="4714"/>
                  </a:lnTo>
                  <a:lnTo>
                    <a:pt x="8060" y="4323"/>
                  </a:lnTo>
                  <a:lnTo>
                    <a:pt x="8206" y="3884"/>
                  </a:lnTo>
                  <a:lnTo>
                    <a:pt x="8304" y="3468"/>
                  </a:lnTo>
                  <a:lnTo>
                    <a:pt x="8402" y="3029"/>
                  </a:lnTo>
                  <a:lnTo>
                    <a:pt x="8450" y="2614"/>
                  </a:lnTo>
                  <a:lnTo>
                    <a:pt x="8475" y="2174"/>
                  </a:lnTo>
                  <a:lnTo>
                    <a:pt x="8475" y="1734"/>
                  </a:lnTo>
                  <a:lnTo>
                    <a:pt x="8426" y="1295"/>
                  </a:lnTo>
                  <a:lnTo>
                    <a:pt x="8377" y="855"/>
                  </a:lnTo>
                  <a:lnTo>
                    <a:pt x="8279" y="440"/>
                  </a:lnTo>
                  <a:lnTo>
                    <a:pt x="8157" y="0"/>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46" name="Google Shape;146;p20"/>
            <p:cNvSpPr/>
            <p:nvPr/>
          </p:nvSpPr>
          <p:spPr>
            <a:xfrm>
              <a:off x="6654650" y="3665275"/>
              <a:ext cx="409100" cy="409125"/>
            </a:xfrm>
            <a:custGeom>
              <a:avLst/>
              <a:gdLst/>
              <a:ahLst/>
              <a:cxnLst/>
              <a:pathLst>
                <a:path w="16364" h="16365" extrusionOk="0">
                  <a:moveTo>
                    <a:pt x="13580" y="1686"/>
                  </a:moveTo>
                  <a:lnTo>
                    <a:pt x="13677" y="1735"/>
                  </a:lnTo>
                  <a:lnTo>
                    <a:pt x="13775" y="1759"/>
                  </a:lnTo>
                  <a:lnTo>
                    <a:pt x="13848" y="1832"/>
                  </a:lnTo>
                  <a:lnTo>
                    <a:pt x="13897" y="1906"/>
                  </a:lnTo>
                  <a:lnTo>
                    <a:pt x="13946" y="1979"/>
                  </a:lnTo>
                  <a:lnTo>
                    <a:pt x="13970" y="2077"/>
                  </a:lnTo>
                  <a:lnTo>
                    <a:pt x="13995" y="2174"/>
                  </a:lnTo>
                  <a:lnTo>
                    <a:pt x="13995" y="2419"/>
                  </a:lnTo>
                  <a:lnTo>
                    <a:pt x="13922" y="2687"/>
                  </a:lnTo>
                  <a:lnTo>
                    <a:pt x="13824" y="3029"/>
                  </a:lnTo>
                  <a:lnTo>
                    <a:pt x="13677" y="3371"/>
                  </a:lnTo>
                  <a:lnTo>
                    <a:pt x="13482" y="3762"/>
                  </a:lnTo>
                  <a:lnTo>
                    <a:pt x="13238" y="4177"/>
                  </a:lnTo>
                  <a:lnTo>
                    <a:pt x="12993" y="3908"/>
                  </a:lnTo>
                  <a:lnTo>
                    <a:pt x="12749" y="3615"/>
                  </a:lnTo>
                  <a:lnTo>
                    <a:pt x="12407" y="3298"/>
                  </a:lnTo>
                  <a:lnTo>
                    <a:pt x="12041" y="3029"/>
                  </a:lnTo>
                  <a:lnTo>
                    <a:pt x="11675" y="2761"/>
                  </a:lnTo>
                  <a:lnTo>
                    <a:pt x="11308" y="2541"/>
                  </a:lnTo>
                  <a:lnTo>
                    <a:pt x="11748" y="2272"/>
                  </a:lnTo>
                  <a:lnTo>
                    <a:pt x="12187" y="2052"/>
                  </a:lnTo>
                  <a:lnTo>
                    <a:pt x="12554" y="1881"/>
                  </a:lnTo>
                  <a:lnTo>
                    <a:pt x="12920" y="1759"/>
                  </a:lnTo>
                  <a:lnTo>
                    <a:pt x="13213" y="1686"/>
                  </a:lnTo>
                  <a:close/>
                  <a:moveTo>
                    <a:pt x="9721" y="3591"/>
                  </a:moveTo>
                  <a:lnTo>
                    <a:pt x="9794" y="3615"/>
                  </a:lnTo>
                  <a:lnTo>
                    <a:pt x="9916" y="3713"/>
                  </a:lnTo>
                  <a:lnTo>
                    <a:pt x="10014" y="3835"/>
                  </a:lnTo>
                  <a:lnTo>
                    <a:pt x="10038" y="3908"/>
                  </a:lnTo>
                  <a:lnTo>
                    <a:pt x="10038" y="3982"/>
                  </a:lnTo>
                  <a:lnTo>
                    <a:pt x="10038" y="4055"/>
                  </a:lnTo>
                  <a:lnTo>
                    <a:pt x="10014" y="4128"/>
                  </a:lnTo>
                  <a:lnTo>
                    <a:pt x="9916" y="4250"/>
                  </a:lnTo>
                  <a:lnTo>
                    <a:pt x="9794" y="4348"/>
                  </a:lnTo>
                  <a:lnTo>
                    <a:pt x="9721" y="4372"/>
                  </a:lnTo>
                  <a:lnTo>
                    <a:pt x="9574" y="4372"/>
                  </a:lnTo>
                  <a:lnTo>
                    <a:pt x="9501" y="4348"/>
                  </a:lnTo>
                  <a:lnTo>
                    <a:pt x="9379" y="4250"/>
                  </a:lnTo>
                  <a:lnTo>
                    <a:pt x="9281" y="4128"/>
                  </a:lnTo>
                  <a:lnTo>
                    <a:pt x="9257" y="4055"/>
                  </a:lnTo>
                  <a:lnTo>
                    <a:pt x="9257" y="3982"/>
                  </a:lnTo>
                  <a:lnTo>
                    <a:pt x="9257" y="3908"/>
                  </a:lnTo>
                  <a:lnTo>
                    <a:pt x="9281" y="3835"/>
                  </a:lnTo>
                  <a:lnTo>
                    <a:pt x="9379" y="3713"/>
                  </a:lnTo>
                  <a:lnTo>
                    <a:pt x="9501" y="3615"/>
                  </a:lnTo>
                  <a:lnTo>
                    <a:pt x="9574" y="3591"/>
                  </a:lnTo>
                  <a:close/>
                  <a:moveTo>
                    <a:pt x="8182" y="3322"/>
                  </a:moveTo>
                  <a:lnTo>
                    <a:pt x="8304" y="3347"/>
                  </a:lnTo>
                  <a:lnTo>
                    <a:pt x="8402" y="3371"/>
                  </a:lnTo>
                  <a:lnTo>
                    <a:pt x="8500" y="3420"/>
                  </a:lnTo>
                  <a:lnTo>
                    <a:pt x="8597" y="3493"/>
                  </a:lnTo>
                  <a:lnTo>
                    <a:pt x="8671" y="3591"/>
                  </a:lnTo>
                  <a:lnTo>
                    <a:pt x="8719" y="3689"/>
                  </a:lnTo>
                  <a:lnTo>
                    <a:pt x="8768" y="3786"/>
                  </a:lnTo>
                  <a:lnTo>
                    <a:pt x="8768" y="3908"/>
                  </a:lnTo>
                  <a:lnTo>
                    <a:pt x="8768" y="4031"/>
                  </a:lnTo>
                  <a:lnTo>
                    <a:pt x="8719" y="4153"/>
                  </a:lnTo>
                  <a:lnTo>
                    <a:pt x="8671" y="4250"/>
                  </a:lnTo>
                  <a:lnTo>
                    <a:pt x="8597" y="4324"/>
                  </a:lnTo>
                  <a:lnTo>
                    <a:pt x="8500" y="4397"/>
                  </a:lnTo>
                  <a:lnTo>
                    <a:pt x="8402" y="4446"/>
                  </a:lnTo>
                  <a:lnTo>
                    <a:pt x="8304" y="4495"/>
                  </a:lnTo>
                  <a:lnTo>
                    <a:pt x="8060" y="4495"/>
                  </a:lnTo>
                  <a:lnTo>
                    <a:pt x="7962" y="4446"/>
                  </a:lnTo>
                  <a:lnTo>
                    <a:pt x="7865" y="4397"/>
                  </a:lnTo>
                  <a:lnTo>
                    <a:pt x="7767" y="4324"/>
                  </a:lnTo>
                  <a:lnTo>
                    <a:pt x="7694" y="4250"/>
                  </a:lnTo>
                  <a:lnTo>
                    <a:pt x="7645" y="4153"/>
                  </a:lnTo>
                  <a:lnTo>
                    <a:pt x="7596" y="4031"/>
                  </a:lnTo>
                  <a:lnTo>
                    <a:pt x="7596" y="3908"/>
                  </a:lnTo>
                  <a:lnTo>
                    <a:pt x="7596" y="3786"/>
                  </a:lnTo>
                  <a:lnTo>
                    <a:pt x="7645" y="3689"/>
                  </a:lnTo>
                  <a:lnTo>
                    <a:pt x="7694" y="3591"/>
                  </a:lnTo>
                  <a:lnTo>
                    <a:pt x="7767" y="3493"/>
                  </a:lnTo>
                  <a:lnTo>
                    <a:pt x="7865" y="3420"/>
                  </a:lnTo>
                  <a:lnTo>
                    <a:pt x="7962" y="3371"/>
                  </a:lnTo>
                  <a:lnTo>
                    <a:pt x="8060" y="3347"/>
                  </a:lnTo>
                  <a:lnTo>
                    <a:pt x="8182" y="3322"/>
                  </a:lnTo>
                  <a:close/>
                  <a:moveTo>
                    <a:pt x="9086" y="4763"/>
                  </a:moveTo>
                  <a:lnTo>
                    <a:pt x="9159" y="4788"/>
                  </a:lnTo>
                  <a:lnTo>
                    <a:pt x="9281" y="4885"/>
                  </a:lnTo>
                  <a:lnTo>
                    <a:pt x="9354" y="5007"/>
                  </a:lnTo>
                  <a:lnTo>
                    <a:pt x="9379" y="5081"/>
                  </a:lnTo>
                  <a:lnTo>
                    <a:pt x="9379" y="5154"/>
                  </a:lnTo>
                  <a:lnTo>
                    <a:pt x="9379" y="5227"/>
                  </a:lnTo>
                  <a:lnTo>
                    <a:pt x="9354" y="5301"/>
                  </a:lnTo>
                  <a:lnTo>
                    <a:pt x="9281" y="5423"/>
                  </a:lnTo>
                  <a:lnTo>
                    <a:pt x="9159" y="5520"/>
                  </a:lnTo>
                  <a:lnTo>
                    <a:pt x="9086" y="5545"/>
                  </a:lnTo>
                  <a:lnTo>
                    <a:pt x="8915" y="5545"/>
                  </a:lnTo>
                  <a:lnTo>
                    <a:pt x="8842" y="5520"/>
                  </a:lnTo>
                  <a:lnTo>
                    <a:pt x="8719" y="5423"/>
                  </a:lnTo>
                  <a:lnTo>
                    <a:pt x="8646" y="5301"/>
                  </a:lnTo>
                  <a:lnTo>
                    <a:pt x="8622" y="5227"/>
                  </a:lnTo>
                  <a:lnTo>
                    <a:pt x="8597" y="5154"/>
                  </a:lnTo>
                  <a:lnTo>
                    <a:pt x="8622" y="5081"/>
                  </a:lnTo>
                  <a:lnTo>
                    <a:pt x="8646" y="5007"/>
                  </a:lnTo>
                  <a:lnTo>
                    <a:pt x="8719" y="4885"/>
                  </a:lnTo>
                  <a:lnTo>
                    <a:pt x="8842" y="4788"/>
                  </a:lnTo>
                  <a:lnTo>
                    <a:pt x="8915" y="4763"/>
                  </a:lnTo>
                  <a:close/>
                  <a:moveTo>
                    <a:pt x="2540" y="11309"/>
                  </a:moveTo>
                  <a:lnTo>
                    <a:pt x="2760" y="11675"/>
                  </a:lnTo>
                  <a:lnTo>
                    <a:pt x="3029" y="12041"/>
                  </a:lnTo>
                  <a:lnTo>
                    <a:pt x="3298" y="12408"/>
                  </a:lnTo>
                  <a:lnTo>
                    <a:pt x="3615" y="12750"/>
                  </a:lnTo>
                  <a:lnTo>
                    <a:pt x="3908" y="12994"/>
                  </a:lnTo>
                  <a:lnTo>
                    <a:pt x="4177" y="13238"/>
                  </a:lnTo>
                  <a:lnTo>
                    <a:pt x="3762" y="13482"/>
                  </a:lnTo>
                  <a:lnTo>
                    <a:pt x="3371" y="13678"/>
                  </a:lnTo>
                  <a:lnTo>
                    <a:pt x="3029" y="13824"/>
                  </a:lnTo>
                  <a:lnTo>
                    <a:pt x="2687" y="13922"/>
                  </a:lnTo>
                  <a:lnTo>
                    <a:pt x="2418" y="13995"/>
                  </a:lnTo>
                  <a:lnTo>
                    <a:pt x="2174" y="13995"/>
                  </a:lnTo>
                  <a:lnTo>
                    <a:pt x="2076" y="13971"/>
                  </a:lnTo>
                  <a:lnTo>
                    <a:pt x="1979" y="13946"/>
                  </a:lnTo>
                  <a:lnTo>
                    <a:pt x="1905" y="13897"/>
                  </a:lnTo>
                  <a:lnTo>
                    <a:pt x="1832" y="13849"/>
                  </a:lnTo>
                  <a:lnTo>
                    <a:pt x="1759" y="13775"/>
                  </a:lnTo>
                  <a:lnTo>
                    <a:pt x="1734" y="13678"/>
                  </a:lnTo>
                  <a:lnTo>
                    <a:pt x="1686" y="13580"/>
                  </a:lnTo>
                  <a:lnTo>
                    <a:pt x="1686" y="13482"/>
                  </a:lnTo>
                  <a:lnTo>
                    <a:pt x="1686" y="13214"/>
                  </a:lnTo>
                  <a:lnTo>
                    <a:pt x="1759" y="12921"/>
                  </a:lnTo>
                  <a:lnTo>
                    <a:pt x="1881" y="12554"/>
                  </a:lnTo>
                  <a:lnTo>
                    <a:pt x="2052" y="12188"/>
                  </a:lnTo>
                  <a:lnTo>
                    <a:pt x="2272" y="11748"/>
                  </a:lnTo>
                  <a:lnTo>
                    <a:pt x="2540" y="11309"/>
                  </a:lnTo>
                  <a:close/>
                  <a:moveTo>
                    <a:pt x="15362" y="1"/>
                  </a:moveTo>
                  <a:lnTo>
                    <a:pt x="15094" y="25"/>
                  </a:lnTo>
                  <a:lnTo>
                    <a:pt x="14801" y="74"/>
                  </a:lnTo>
                  <a:lnTo>
                    <a:pt x="14483" y="172"/>
                  </a:lnTo>
                  <a:lnTo>
                    <a:pt x="14141" y="294"/>
                  </a:lnTo>
                  <a:lnTo>
                    <a:pt x="13775" y="440"/>
                  </a:lnTo>
                  <a:lnTo>
                    <a:pt x="13384" y="611"/>
                  </a:lnTo>
                  <a:lnTo>
                    <a:pt x="12993" y="831"/>
                  </a:lnTo>
                  <a:lnTo>
                    <a:pt x="12578" y="1051"/>
                  </a:lnTo>
                  <a:lnTo>
                    <a:pt x="11699" y="1613"/>
                  </a:lnTo>
                  <a:lnTo>
                    <a:pt x="10747" y="2272"/>
                  </a:lnTo>
                  <a:lnTo>
                    <a:pt x="10307" y="2101"/>
                  </a:lnTo>
                  <a:lnTo>
                    <a:pt x="9843" y="1955"/>
                  </a:lnTo>
                  <a:lnTo>
                    <a:pt x="9379" y="1857"/>
                  </a:lnTo>
                  <a:lnTo>
                    <a:pt x="8915" y="1784"/>
                  </a:lnTo>
                  <a:lnTo>
                    <a:pt x="8451" y="1735"/>
                  </a:lnTo>
                  <a:lnTo>
                    <a:pt x="7962" y="1735"/>
                  </a:lnTo>
                  <a:lnTo>
                    <a:pt x="7498" y="1784"/>
                  </a:lnTo>
                  <a:lnTo>
                    <a:pt x="7034" y="1832"/>
                  </a:lnTo>
                  <a:lnTo>
                    <a:pt x="6570" y="1930"/>
                  </a:lnTo>
                  <a:lnTo>
                    <a:pt x="6106" y="2077"/>
                  </a:lnTo>
                  <a:lnTo>
                    <a:pt x="5667" y="2248"/>
                  </a:lnTo>
                  <a:lnTo>
                    <a:pt x="5227" y="2443"/>
                  </a:lnTo>
                  <a:lnTo>
                    <a:pt x="4787" y="2687"/>
                  </a:lnTo>
                  <a:lnTo>
                    <a:pt x="4397" y="2980"/>
                  </a:lnTo>
                  <a:lnTo>
                    <a:pt x="4006" y="3273"/>
                  </a:lnTo>
                  <a:lnTo>
                    <a:pt x="3615" y="3615"/>
                  </a:lnTo>
                  <a:lnTo>
                    <a:pt x="3273" y="4006"/>
                  </a:lnTo>
                  <a:lnTo>
                    <a:pt x="2980" y="4397"/>
                  </a:lnTo>
                  <a:lnTo>
                    <a:pt x="2687" y="4788"/>
                  </a:lnTo>
                  <a:lnTo>
                    <a:pt x="2443" y="5227"/>
                  </a:lnTo>
                  <a:lnTo>
                    <a:pt x="2247" y="5667"/>
                  </a:lnTo>
                  <a:lnTo>
                    <a:pt x="2076" y="6107"/>
                  </a:lnTo>
                  <a:lnTo>
                    <a:pt x="1930" y="6571"/>
                  </a:lnTo>
                  <a:lnTo>
                    <a:pt x="1832" y="7035"/>
                  </a:lnTo>
                  <a:lnTo>
                    <a:pt x="1783" y="7499"/>
                  </a:lnTo>
                  <a:lnTo>
                    <a:pt x="1734" y="7963"/>
                  </a:lnTo>
                  <a:lnTo>
                    <a:pt x="1734" y="8451"/>
                  </a:lnTo>
                  <a:lnTo>
                    <a:pt x="1783" y="8915"/>
                  </a:lnTo>
                  <a:lnTo>
                    <a:pt x="1857" y="9379"/>
                  </a:lnTo>
                  <a:lnTo>
                    <a:pt x="1954" y="9843"/>
                  </a:lnTo>
                  <a:lnTo>
                    <a:pt x="2101" y="10307"/>
                  </a:lnTo>
                  <a:lnTo>
                    <a:pt x="2272" y="10747"/>
                  </a:lnTo>
                  <a:lnTo>
                    <a:pt x="1612" y="11699"/>
                  </a:lnTo>
                  <a:lnTo>
                    <a:pt x="1051" y="12579"/>
                  </a:lnTo>
                  <a:lnTo>
                    <a:pt x="831" y="12994"/>
                  </a:lnTo>
                  <a:lnTo>
                    <a:pt x="611" y="13385"/>
                  </a:lnTo>
                  <a:lnTo>
                    <a:pt x="440" y="13775"/>
                  </a:lnTo>
                  <a:lnTo>
                    <a:pt x="293" y="14142"/>
                  </a:lnTo>
                  <a:lnTo>
                    <a:pt x="171" y="14484"/>
                  </a:lnTo>
                  <a:lnTo>
                    <a:pt x="74" y="14801"/>
                  </a:lnTo>
                  <a:lnTo>
                    <a:pt x="25" y="15094"/>
                  </a:lnTo>
                  <a:lnTo>
                    <a:pt x="0" y="15363"/>
                  </a:lnTo>
                  <a:lnTo>
                    <a:pt x="0" y="15583"/>
                  </a:lnTo>
                  <a:lnTo>
                    <a:pt x="49" y="15802"/>
                  </a:lnTo>
                  <a:lnTo>
                    <a:pt x="123" y="15973"/>
                  </a:lnTo>
                  <a:lnTo>
                    <a:pt x="245" y="16120"/>
                  </a:lnTo>
                  <a:lnTo>
                    <a:pt x="342" y="16218"/>
                  </a:lnTo>
                  <a:lnTo>
                    <a:pt x="489" y="16291"/>
                  </a:lnTo>
                  <a:lnTo>
                    <a:pt x="635" y="16340"/>
                  </a:lnTo>
                  <a:lnTo>
                    <a:pt x="806" y="16364"/>
                  </a:lnTo>
                  <a:lnTo>
                    <a:pt x="1173" y="16364"/>
                  </a:lnTo>
                  <a:lnTo>
                    <a:pt x="1393" y="16315"/>
                  </a:lnTo>
                  <a:lnTo>
                    <a:pt x="1637" y="16267"/>
                  </a:lnTo>
                  <a:lnTo>
                    <a:pt x="2150" y="16120"/>
                  </a:lnTo>
                  <a:lnTo>
                    <a:pt x="2711" y="15876"/>
                  </a:lnTo>
                  <a:lnTo>
                    <a:pt x="3322" y="15583"/>
                  </a:lnTo>
                  <a:lnTo>
                    <a:pt x="3957" y="15192"/>
                  </a:lnTo>
                  <a:lnTo>
                    <a:pt x="4665" y="14752"/>
                  </a:lnTo>
                  <a:lnTo>
                    <a:pt x="5373" y="14264"/>
                  </a:lnTo>
                  <a:lnTo>
                    <a:pt x="6131" y="13702"/>
                  </a:lnTo>
                  <a:lnTo>
                    <a:pt x="6912" y="13092"/>
                  </a:lnTo>
                  <a:lnTo>
                    <a:pt x="7718" y="12432"/>
                  </a:lnTo>
                  <a:lnTo>
                    <a:pt x="8524" y="11724"/>
                  </a:lnTo>
                  <a:lnTo>
                    <a:pt x="9330" y="10967"/>
                  </a:lnTo>
                  <a:lnTo>
                    <a:pt x="10160" y="10161"/>
                  </a:lnTo>
                  <a:lnTo>
                    <a:pt x="10966" y="9330"/>
                  </a:lnTo>
                  <a:lnTo>
                    <a:pt x="11723" y="8524"/>
                  </a:lnTo>
                  <a:lnTo>
                    <a:pt x="12432" y="7718"/>
                  </a:lnTo>
                  <a:lnTo>
                    <a:pt x="13091" y="6912"/>
                  </a:lnTo>
                  <a:lnTo>
                    <a:pt x="13702" y="6131"/>
                  </a:lnTo>
                  <a:lnTo>
                    <a:pt x="14263" y="5374"/>
                  </a:lnTo>
                  <a:lnTo>
                    <a:pt x="14752" y="4666"/>
                  </a:lnTo>
                  <a:lnTo>
                    <a:pt x="15192" y="3957"/>
                  </a:lnTo>
                  <a:lnTo>
                    <a:pt x="15582" y="3322"/>
                  </a:lnTo>
                  <a:lnTo>
                    <a:pt x="15875" y="2712"/>
                  </a:lnTo>
                  <a:lnTo>
                    <a:pt x="16120" y="2150"/>
                  </a:lnTo>
                  <a:lnTo>
                    <a:pt x="16266" y="1637"/>
                  </a:lnTo>
                  <a:lnTo>
                    <a:pt x="16315" y="1393"/>
                  </a:lnTo>
                  <a:lnTo>
                    <a:pt x="16364" y="1173"/>
                  </a:lnTo>
                  <a:lnTo>
                    <a:pt x="16364" y="978"/>
                  </a:lnTo>
                  <a:lnTo>
                    <a:pt x="16364" y="807"/>
                  </a:lnTo>
                  <a:lnTo>
                    <a:pt x="16339" y="636"/>
                  </a:lnTo>
                  <a:lnTo>
                    <a:pt x="16291" y="489"/>
                  </a:lnTo>
                  <a:lnTo>
                    <a:pt x="16217" y="343"/>
                  </a:lnTo>
                  <a:lnTo>
                    <a:pt x="16120" y="245"/>
                  </a:lnTo>
                  <a:lnTo>
                    <a:pt x="15973" y="123"/>
                  </a:lnTo>
                  <a:lnTo>
                    <a:pt x="15802" y="50"/>
                  </a:lnTo>
                  <a:lnTo>
                    <a:pt x="15582" y="1"/>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grpSp>
      <p:grpSp>
        <p:nvGrpSpPr>
          <p:cNvPr id="147" name="Google Shape;147;p20"/>
          <p:cNvGrpSpPr/>
          <p:nvPr/>
        </p:nvGrpSpPr>
        <p:grpSpPr>
          <a:xfrm rot="1057075">
            <a:off x="6161947" y="1812386"/>
            <a:ext cx="741255" cy="741354"/>
            <a:chOff x="570875" y="4322250"/>
            <a:chExt cx="443300" cy="443325"/>
          </a:xfrm>
        </p:grpSpPr>
        <p:sp>
          <p:nvSpPr>
            <p:cNvPr id="148" name="Google Shape;148;p20"/>
            <p:cNvSpPr/>
            <p:nvPr/>
          </p:nvSpPr>
          <p:spPr>
            <a:xfrm>
              <a:off x="570875" y="4322250"/>
              <a:ext cx="443300" cy="443325"/>
            </a:xfrm>
            <a:custGeom>
              <a:avLst/>
              <a:gdLst/>
              <a:ahLst/>
              <a:cxnLst/>
              <a:pathLst>
                <a:path w="17732" h="17733" extrusionOk="0">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49" name="Google Shape;149;p20"/>
            <p:cNvSpPr/>
            <p:nvPr/>
          </p:nvSpPr>
          <p:spPr>
            <a:xfrm>
              <a:off x="597725" y="4665400"/>
              <a:ext cx="73300" cy="73300"/>
            </a:xfrm>
            <a:custGeom>
              <a:avLst/>
              <a:gdLst/>
              <a:ahLst/>
              <a:cxnLst/>
              <a:pathLst>
                <a:path w="2932" h="2932" extrusionOk="0">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0" name="Google Shape;150;p20"/>
            <p:cNvSpPr/>
            <p:nvPr/>
          </p:nvSpPr>
          <p:spPr>
            <a:xfrm>
              <a:off x="654525" y="4708150"/>
              <a:ext cx="47025" cy="47025"/>
            </a:xfrm>
            <a:custGeom>
              <a:avLst/>
              <a:gdLst/>
              <a:ahLst/>
              <a:cxnLst/>
              <a:pathLst>
                <a:path w="1881" h="1881" extrusionOk="0">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1" name="Google Shape;151;p20"/>
            <p:cNvSpPr/>
            <p:nvPr/>
          </p:nvSpPr>
          <p:spPr>
            <a:xfrm>
              <a:off x="581250" y="4634875"/>
              <a:ext cx="47050" cy="47050"/>
            </a:xfrm>
            <a:custGeom>
              <a:avLst/>
              <a:gdLst/>
              <a:ahLst/>
              <a:cxnLst/>
              <a:pathLst>
                <a:path w="1882" h="1882" extrusionOk="0">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grpSp>
      <p:sp>
        <p:nvSpPr>
          <p:cNvPr id="152" name="Google Shape;152;p20"/>
          <p:cNvSpPr/>
          <p:nvPr/>
        </p:nvSpPr>
        <p:spPr>
          <a:xfrm rot="2466613">
            <a:off x="6245163" y="1147346"/>
            <a:ext cx="363854" cy="347420"/>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3" name="Google Shape;153;p20"/>
          <p:cNvSpPr/>
          <p:nvPr/>
        </p:nvSpPr>
        <p:spPr>
          <a:xfrm rot="-1609020">
            <a:off x="6777274" y="1365970"/>
            <a:ext cx="261831" cy="250005"/>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4" name="Google Shape;154;p20"/>
          <p:cNvSpPr/>
          <p:nvPr/>
        </p:nvSpPr>
        <p:spPr>
          <a:xfrm rot="2926409">
            <a:off x="8364950" y="1564011"/>
            <a:ext cx="196068" cy="187212"/>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5" name="Google Shape;155;p20"/>
          <p:cNvSpPr/>
          <p:nvPr/>
        </p:nvSpPr>
        <p:spPr>
          <a:xfrm rot="-1609718">
            <a:off x="7548927" y="309671"/>
            <a:ext cx="176665" cy="168686"/>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6" name="Google Shape;156;p20"/>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GB"/>
            </a:fld>
            <a:endParaRPr lang="en-GB"/>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1182200" y="393475"/>
            <a:ext cx="6739500" cy="8067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r>
              <a:rPr lang="en-GB"/>
              <a:t>T</a:t>
            </a:r>
            <a:r>
              <a:rPr lang="en-US" altLang="en-GB"/>
              <a:t>H</a:t>
            </a:r>
            <a:r>
              <a:rPr lang="en-GB"/>
              <a:t>E</a:t>
            </a:r>
            <a:r>
              <a:rPr lang="en-US" altLang="en-GB"/>
              <a:t> TOOLS USED</a:t>
            </a:r>
            <a:endParaRPr lang="en-US" altLang="en-GB"/>
          </a:p>
        </p:txBody>
      </p:sp>
      <p:sp>
        <p:nvSpPr>
          <p:cNvPr id="129" name="Google Shape;129;p19"/>
          <p:cNvSpPr txBox="1"/>
          <p:nvPr>
            <p:ph type="body" idx="1"/>
          </p:nvPr>
        </p:nvSpPr>
        <p:spPr>
          <a:xfrm>
            <a:off x="1556331" y="1349141"/>
            <a:ext cx="7085700" cy="2938500"/>
          </a:xfrm>
          <a:prstGeom prst="rect">
            <a:avLst/>
          </a:prstGeom>
        </p:spPr>
        <p:txBody>
          <a:bodyPr spcFirstLastPara="1" wrap="square" lIns="91425" tIns="91425" rIns="91425" bIns="91425" anchor="t" anchorCtr="0">
            <a:noAutofit/>
          </a:bodyPr>
          <a:lstStyle/>
          <a:p>
            <a:pPr marL="457200" lvl="0" indent="-393700" rtl="0">
              <a:spcBef>
                <a:spcPts val="600"/>
              </a:spcBef>
              <a:spcAft>
                <a:spcPts val="0"/>
              </a:spcAft>
              <a:buSzPts val="2600"/>
              <a:buChar char="▪"/>
            </a:pPr>
            <a:r>
              <a:rPr lang="en-US" altLang="en-GB"/>
              <a:t>Excel / Spreadsheet </a:t>
            </a:r>
            <a:endParaRPr lang="en-US" altLang="en-GB"/>
          </a:p>
          <a:p>
            <a:pPr marL="457200" lvl="0" indent="-393700" rtl="0">
              <a:spcBef>
                <a:spcPts val="600"/>
              </a:spcBef>
              <a:spcAft>
                <a:spcPts val="0"/>
              </a:spcAft>
              <a:buSzPts val="2600"/>
              <a:buChar char="▪"/>
            </a:pPr>
            <a:r>
              <a:rPr lang="en-US" altLang="en-GB"/>
              <a:t>Anaconda Navigator</a:t>
            </a:r>
            <a:endParaRPr lang="en-US" altLang="en-GB"/>
          </a:p>
          <a:p>
            <a:pPr marL="457200" lvl="0" indent="-393700" rtl="0">
              <a:spcBef>
                <a:spcPts val="600"/>
              </a:spcBef>
              <a:spcAft>
                <a:spcPts val="0"/>
              </a:spcAft>
              <a:buSzPts val="2600"/>
              <a:buChar char="▪"/>
            </a:pPr>
            <a:r>
              <a:rPr lang="en-US" altLang="en-GB"/>
              <a:t>Jupyter Notebook</a:t>
            </a:r>
            <a:endParaRPr lang="en-US" altLang="en-GB"/>
          </a:p>
          <a:p>
            <a:pPr marL="457200" lvl="0" indent="-393700" rtl="0">
              <a:spcBef>
                <a:spcPts val="600"/>
              </a:spcBef>
              <a:spcAft>
                <a:spcPts val="0"/>
              </a:spcAft>
              <a:buSzPts val="2600"/>
              <a:buChar char="▪"/>
            </a:pPr>
            <a:r>
              <a:rPr lang="en-US"/>
              <a:t>Tableau </a:t>
            </a:r>
            <a:r>
              <a:rPr lang="en-GB"/>
              <a:t> </a:t>
            </a:r>
            <a:endParaRPr lang="en-GB"/>
          </a:p>
        </p:txBody>
      </p:sp>
      <p:sp>
        <p:nvSpPr>
          <p:cNvPr id="130" name="Google Shape;130;p19"/>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GB"/>
            </a:fld>
            <a:endParaRPr lang="en-GB"/>
          </a:p>
        </p:txBody>
      </p:sp>
      <p:grpSp>
        <p:nvGrpSpPr>
          <p:cNvPr id="131" name="Google Shape;131;p19"/>
          <p:cNvGrpSpPr/>
          <p:nvPr/>
        </p:nvGrpSpPr>
        <p:grpSpPr>
          <a:xfrm>
            <a:off x="8180944" y="637329"/>
            <a:ext cx="336534" cy="318981"/>
            <a:chOff x="5300400" y="3670175"/>
            <a:chExt cx="421300" cy="399325"/>
          </a:xfrm>
        </p:grpSpPr>
        <p:sp>
          <p:nvSpPr>
            <p:cNvPr id="132" name="Google Shape;132;p19"/>
            <p:cNvSpPr/>
            <p:nvPr/>
          </p:nvSpPr>
          <p:spPr>
            <a:xfrm>
              <a:off x="5300400" y="3708025"/>
              <a:ext cx="421300" cy="267450"/>
            </a:xfrm>
            <a:custGeom>
              <a:avLst/>
              <a:gdLst/>
              <a:ahLst/>
              <a:cxnLst/>
              <a:pathLst>
                <a:path w="16852" h="10698" extrusionOk="0">
                  <a:moveTo>
                    <a:pt x="16364" y="489"/>
                  </a:moveTo>
                  <a:lnTo>
                    <a:pt x="16364" y="10209"/>
                  </a:lnTo>
                  <a:lnTo>
                    <a:pt x="489" y="10209"/>
                  </a:lnTo>
                  <a:lnTo>
                    <a:pt x="489" y="489"/>
                  </a:lnTo>
                  <a:close/>
                  <a:moveTo>
                    <a:pt x="391" y="0"/>
                  </a:moveTo>
                  <a:lnTo>
                    <a:pt x="293" y="25"/>
                  </a:lnTo>
                  <a:lnTo>
                    <a:pt x="196" y="74"/>
                  </a:lnTo>
                  <a:lnTo>
                    <a:pt x="122" y="147"/>
                  </a:lnTo>
                  <a:lnTo>
                    <a:pt x="73" y="220"/>
                  </a:lnTo>
                  <a:lnTo>
                    <a:pt x="25" y="293"/>
                  </a:lnTo>
                  <a:lnTo>
                    <a:pt x="0" y="391"/>
                  </a:lnTo>
                  <a:lnTo>
                    <a:pt x="0" y="489"/>
                  </a:lnTo>
                  <a:lnTo>
                    <a:pt x="0" y="10209"/>
                  </a:lnTo>
                  <a:lnTo>
                    <a:pt x="0" y="10307"/>
                  </a:lnTo>
                  <a:lnTo>
                    <a:pt x="25" y="10405"/>
                  </a:lnTo>
                  <a:lnTo>
                    <a:pt x="73" y="10478"/>
                  </a:lnTo>
                  <a:lnTo>
                    <a:pt x="122" y="10551"/>
                  </a:lnTo>
                  <a:lnTo>
                    <a:pt x="196" y="10600"/>
                  </a:lnTo>
                  <a:lnTo>
                    <a:pt x="293" y="10649"/>
                  </a:lnTo>
                  <a:lnTo>
                    <a:pt x="391" y="10673"/>
                  </a:lnTo>
                  <a:lnTo>
                    <a:pt x="489" y="10698"/>
                  </a:lnTo>
                  <a:lnTo>
                    <a:pt x="16364" y="10698"/>
                  </a:lnTo>
                  <a:lnTo>
                    <a:pt x="16461" y="10673"/>
                  </a:lnTo>
                  <a:lnTo>
                    <a:pt x="16559" y="10649"/>
                  </a:lnTo>
                  <a:lnTo>
                    <a:pt x="16657" y="10600"/>
                  </a:lnTo>
                  <a:lnTo>
                    <a:pt x="16730" y="10551"/>
                  </a:lnTo>
                  <a:lnTo>
                    <a:pt x="16779" y="10478"/>
                  </a:lnTo>
                  <a:lnTo>
                    <a:pt x="16828" y="10405"/>
                  </a:lnTo>
                  <a:lnTo>
                    <a:pt x="16852" y="10307"/>
                  </a:lnTo>
                  <a:lnTo>
                    <a:pt x="16852" y="10209"/>
                  </a:lnTo>
                  <a:lnTo>
                    <a:pt x="16852" y="489"/>
                  </a:lnTo>
                  <a:lnTo>
                    <a:pt x="16852" y="391"/>
                  </a:lnTo>
                  <a:lnTo>
                    <a:pt x="16828" y="293"/>
                  </a:lnTo>
                  <a:lnTo>
                    <a:pt x="16779" y="220"/>
                  </a:lnTo>
                  <a:lnTo>
                    <a:pt x="16730" y="147"/>
                  </a:lnTo>
                  <a:lnTo>
                    <a:pt x="16657" y="74"/>
                  </a:lnTo>
                  <a:lnTo>
                    <a:pt x="16559" y="25"/>
                  </a:lnTo>
                  <a:lnTo>
                    <a:pt x="16461" y="0"/>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33" name="Google Shape;133;p19"/>
            <p:cNvSpPr/>
            <p:nvPr/>
          </p:nvSpPr>
          <p:spPr>
            <a:xfrm>
              <a:off x="5498825" y="3670175"/>
              <a:ext cx="24450" cy="25650"/>
            </a:xfrm>
            <a:custGeom>
              <a:avLst/>
              <a:gdLst/>
              <a:ahLst/>
              <a:cxnLst/>
              <a:pathLst>
                <a:path w="978" h="1026" extrusionOk="0">
                  <a:moveTo>
                    <a:pt x="489" y="0"/>
                  </a:moveTo>
                  <a:lnTo>
                    <a:pt x="391" y="25"/>
                  </a:lnTo>
                  <a:lnTo>
                    <a:pt x="294" y="49"/>
                  </a:lnTo>
                  <a:lnTo>
                    <a:pt x="220" y="98"/>
                  </a:lnTo>
                  <a:lnTo>
                    <a:pt x="147" y="147"/>
                  </a:lnTo>
                  <a:lnTo>
                    <a:pt x="74" y="220"/>
                  </a:lnTo>
                  <a:lnTo>
                    <a:pt x="49" y="318"/>
                  </a:lnTo>
                  <a:lnTo>
                    <a:pt x="1" y="391"/>
                  </a:lnTo>
                  <a:lnTo>
                    <a:pt x="1" y="489"/>
                  </a:lnTo>
                  <a:lnTo>
                    <a:pt x="1" y="1026"/>
                  </a:lnTo>
                  <a:lnTo>
                    <a:pt x="978" y="1026"/>
                  </a:lnTo>
                  <a:lnTo>
                    <a:pt x="978" y="489"/>
                  </a:lnTo>
                  <a:lnTo>
                    <a:pt x="978" y="391"/>
                  </a:lnTo>
                  <a:lnTo>
                    <a:pt x="929" y="318"/>
                  </a:lnTo>
                  <a:lnTo>
                    <a:pt x="904" y="220"/>
                  </a:lnTo>
                  <a:lnTo>
                    <a:pt x="831" y="147"/>
                  </a:lnTo>
                  <a:lnTo>
                    <a:pt x="758" y="98"/>
                  </a:lnTo>
                  <a:lnTo>
                    <a:pt x="684" y="49"/>
                  </a:lnTo>
                  <a:lnTo>
                    <a:pt x="587" y="25"/>
                  </a:lnTo>
                  <a:lnTo>
                    <a:pt x="489" y="0"/>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34" name="Google Shape;134;p19"/>
            <p:cNvSpPr/>
            <p:nvPr/>
          </p:nvSpPr>
          <p:spPr>
            <a:xfrm>
              <a:off x="5366325" y="3987675"/>
              <a:ext cx="61100" cy="81825"/>
            </a:xfrm>
            <a:custGeom>
              <a:avLst/>
              <a:gdLst/>
              <a:ahLst/>
              <a:cxnLst/>
              <a:pathLst>
                <a:path w="2444" h="3273" extrusionOk="0">
                  <a:moveTo>
                    <a:pt x="1344" y="0"/>
                  </a:moveTo>
                  <a:lnTo>
                    <a:pt x="50" y="2565"/>
                  </a:lnTo>
                  <a:lnTo>
                    <a:pt x="25" y="2638"/>
                  </a:lnTo>
                  <a:lnTo>
                    <a:pt x="1" y="2736"/>
                  </a:lnTo>
                  <a:lnTo>
                    <a:pt x="1" y="2833"/>
                  </a:lnTo>
                  <a:lnTo>
                    <a:pt x="25" y="2931"/>
                  </a:lnTo>
                  <a:lnTo>
                    <a:pt x="74" y="3004"/>
                  </a:lnTo>
                  <a:lnTo>
                    <a:pt x="123" y="3102"/>
                  </a:lnTo>
                  <a:lnTo>
                    <a:pt x="196" y="3151"/>
                  </a:lnTo>
                  <a:lnTo>
                    <a:pt x="269" y="3224"/>
                  </a:lnTo>
                  <a:lnTo>
                    <a:pt x="392" y="3248"/>
                  </a:lnTo>
                  <a:lnTo>
                    <a:pt x="489" y="3273"/>
                  </a:lnTo>
                  <a:lnTo>
                    <a:pt x="636" y="3248"/>
                  </a:lnTo>
                  <a:lnTo>
                    <a:pt x="758" y="3200"/>
                  </a:lnTo>
                  <a:lnTo>
                    <a:pt x="856" y="3102"/>
                  </a:lnTo>
                  <a:lnTo>
                    <a:pt x="929" y="3004"/>
                  </a:lnTo>
                  <a:lnTo>
                    <a:pt x="2443" y="0"/>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35" name="Google Shape;135;p19"/>
            <p:cNvSpPr/>
            <p:nvPr/>
          </p:nvSpPr>
          <p:spPr>
            <a:xfrm>
              <a:off x="5594700" y="3987675"/>
              <a:ext cx="61075" cy="81825"/>
            </a:xfrm>
            <a:custGeom>
              <a:avLst/>
              <a:gdLst/>
              <a:ahLst/>
              <a:cxnLst/>
              <a:pathLst>
                <a:path w="2443" h="3273" extrusionOk="0">
                  <a:moveTo>
                    <a:pt x="0" y="0"/>
                  </a:moveTo>
                  <a:lnTo>
                    <a:pt x="1514" y="3004"/>
                  </a:lnTo>
                  <a:lnTo>
                    <a:pt x="1588" y="3102"/>
                  </a:lnTo>
                  <a:lnTo>
                    <a:pt x="1685" y="3200"/>
                  </a:lnTo>
                  <a:lnTo>
                    <a:pt x="1807" y="3248"/>
                  </a:lnTo>
                  <a:lnTo>
                    <a:pt x="1954" y="3273"/>
                  </a:lnTo>
                  <a:lnTo>
                    <a:pt x="2052" y="3248"/>
                  </a:lnTo>
                  <a:lnTo>
                    <a:pt x="2174" y="3224"/>
                  </a:lnTo>
                  <a:lnTo>
                    <a:pt x="2247" y="3151"/>
                  </a:lnTo>
                  <a:lnTo>
                    <a:pt x="2320" y="3102"/>
                  </a:lnTo>
                  <a:lnTo>
                    <a:pt x="2369" y="3004"/>
                  </a:lnTo>
                  <a:lnTo>
                    <a:pt x="2418" y="2931"/>
                  </a:lnTo>
                  <a:lnTo>
                    <a:pt x="2442" y="2833"/>
                  </a:lnTo>
                  <a:lnTo>
                    <a:pt x="2442" y="2736"/>
                  </a:lnTo>
                  <a:lnTo>
                    <a:pt x="2418" y="2638"/>
                  </a:lnTo>
                  <a:lnTo>
                    <a:pt x="2393" y="2565"/>
                  </a:lnTo>
                  <a:lnTo>
                    <a:pt x="1099" y="0"/>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36" name="Google Shape;136;p19"/>
            <p:cNvSpPr/>
            <p:nvPr/>
          </p:nvSpPr>
          <p:spPr>
            <a:xfrm>
              <a:off x="5324825" y="3732450"/>
              <a:ext cx="372475" cy="218600"/>
            </a:xfrm>
            <a:custGeom>
              <a:avLst/>
              <a:gdLst/>
              <a:ahLst/>
              <a:cxnLst/>
              <a:pathLst>
                <a:path w="14899" h="8744" extrusionOk="0">
                  <a:moveTo>
                    <a:pt x="12578" y="1319"/>
                  </a:moveTo>
                  <a:lnTo>
                    <a:pt x="12676" y="1344"/>
                  </a:lnTo>
                  <a:lnTo>
                    <a:pt x="12749" y="1392"/>
                  </a:lnTo>
                  <a:lnTo>
                    <a:pt x="12822" y="1441"/>
                  </a:lnTo>
                  <a:lnTo>
                    <a:pt x="12895" y="1515"/>
                  </a:lnTo>
                  <a:lnTo>
                    <a:pt x="12920" y="1612"/>
                  </a:lnTo>
                  <a:lnTo>
                    <a:pt x="12969" y="1710"/>
                  </a:lnTo>
                  <a:lnTo>
                    <a:pt x="12969" y="1808"/>
                  </a:lnTo>
                  <a:lnTo>
                    <a:pt x="12969" y="4079"/>
                  </a:lnTo>
                  <a:lnTo>
                    <a:pt x="12969" y="4177"/>
                  </a:lnTo>
                  <a:lnTo>
                    <a:pt x="12920" y="4274"/>
                  </a:lnTo>
                  <a:lnTo>
                    <a:pt x="12895" y="4348"/>
                  </a:lnTo>
                  <a:lnTo>
                    <a:pt x="12822" y="4421"/>
                  </a:lnTo>
                  <a:lnTo>
                    <a:pt x="12749" y="4470"/>
                  </a:lnTo>
                  <a:lnTo>
                    <a:pt x="12676" y="4519"/>
                  </a:lnTo>
                  <a:lnTo>
                    <a:pt x="12578" y="4543"/>
                  </a:lnTo>
                  <a:lnTo>
                    <a:pt x="12480" y="4567"/>
                  </a:lnTo>
                  <a:lnTo>
                    <a:pt x="12383" y="4543"/>
                  </a:lnTo>
                  <a:lnTo>
                    <a:pt x="12285" y="4519"/>
                  </a:lnTo>
                  <a:lnTo>
                    <a:pt x="12212" y="4470"/>
                  </a:lnTo>
                  <a:lnTo>
                    <a:pt x="12138" y="4421"/>
                  </a:lnTo>
                  <a:lnTo>
                    <a:pt x="12065" y="4348"/>
                  </a:lnTo>
                  <a:lnTo>
                    <a:pt x="12041" y="4274"/>
                  </a:lnTo>
                  <a:lnTo>
                    <a:pt x="11992" y="4177"/>
                  </a:lnTo>
                  <a:lnTo>
                    <a:pt x="11992" y="4079"/>
                  </a:lnTo>
                  <a:lnTo>
                    <a:pt x="11992" y="3004"/>
                  </a:lnTo>
                  <a:lnTo>
                    <a:pt x="7986" y="7010"/>
                  </a:lnTo>
                  <a:lnTo>
                    <a:pt x="7913" y="7059"/>
                  </a:lnTo>
                  <a:lnTo>
                    <a:pt x="7815" y="7107"/>
                  </a:lnTo>
                  <a:lnTo>
                    <a:pt x="7742" y="7132"/>
                  </a:lnTo>
                  <a:lnTo>
                    <a:pt x="7644" y="7156"/>
                  </a:lnTo>
                  <a:lnTo>
                    <a:pt x="7547" y="7132"/>
                  </a:lnTo>
                  <a:lnTo>
                    <a:pt x="7449" y="7107"/>
                  </a:lnTo>
                  <a:lnTo>
                    <a:pt x="7376" y="7059"/>
                  </a:lnTo>
                  <a:lnTo>
                    <a:pt x="7303" y="7010"/>
                  </a:lnTo>
                  <a:lnTo>
                    <a:pt x="5349" y="5056"/>
                  </a:lnTo>
                  <a:lnTo>
                    <a:pt x="2760" y="7620"/>
                  </a:lnTo>
                  <a:lnTo>
                    <a:pt x="2687" y="7694"/>
                  </a:lnTo>
                  <a:lnTo>
                    <a:pt x="2613" y="7742"/>
                  </a:lnTo>
                  <a:lnTo>
                    <a:pt x="2516" y="7767"/>
                  </a:lnTo>
                  <a:lnTo>
                    <a:pt x="2320" y="7767"/>
                  </a:lnTo>
                  <a:lnTo>
                    <a:pt x="2247" y="7742"/>
                  </a:lnTo>
                  <a:lnTo>
                    <a:pt x="2149" y="7694"/>
                  </a:lnTo>
                  <a:lnTo>
                    <a:pt x="2076" y="7620"/>
                  </a:lnTo>
                  <a:lnTo>
                    <a:pt x="2003" y="7547"/>
                  </a:lnTo>
                  <a:lnTo>
                    <a:pt x="1978" y="7474"/>
                  </a:lnTo>
                  <a:lnTo>
                    <a:pt x="1929" y="7376"/>
                  </a:lnTo>
                  <a:lnTo>
                    <a:pt x="1929" y="7278"/>
                  </a:lnTo>
                  <a:lnTo>
                    <a:pt x="1929" y="7205"/>
                  </a:lnTo>
                  <a:lnTo>
                    <a:pt x="1978" y="7107"/>
                  </a:lnTo>
                  <a:lnTo>
                    <a:pt x="2003" y="7010"/>
                  </a:lnTo>
                  <a:lnTo>
                    <a:pt x="2076" y="6936"/>
                  </a:lnTo>
                  <a:lnTo>
                    <a:pt x="5007" y="4006"/>
                  </a:lnTo>
                  <a:lnTo>
                    <a:pt x="5080" y="3957"/>
                  </a:lnTo>
                  <a:lnTo>
                    <a:pt x="5153" y="3908"/>
                  </a:lnTo>
                  <a:lnTo>
                    <a:pt x="5251" y="3884"/>
                  </a:lnTo>
                  <a:lnTo>
                    <a:pt x="5446" y="3884"/>
                  </a:lnTo>
                  <a:lnTo>
                    <a:pt x="5520" y="3908"/>
                  </a:lnTo>
                  <a:lnTo>
                    <a:pt x="5617" y="3957"/>
                  </a:lnTo>
                  <a:lnTo>
                    <a:pt x="5691" y="4006"/>
                  </a:lnTo>
                  <a:lnTo>
                    <a:pt x="7644" y="5960"/>
                  </a:lnTo>
                  <a:lnTo>
                    <a:pt x="11332" y="2296"/>
                  </a:lnTo>
                  <a:lnTo>
                    <a:pt x="10209" y="2296"/>
                  </a:lnTo>
                  <a:lnTo>
                    <a:pt x="10111" y="2272"/>
                  </a:lnTo>
                  <a:lnTo>
                    <a:pt x="10013" y="2247"/>
                  </a:lnTo>
                  <a:lnTo>
                    <a:pt x="9916" y="2198"/>
                  </a:lnTo>
                  <a:lnTo>
                    <a:pt x="9843" y="2150"/>
                  </a:lnTo>
                  <a:lnTo>
                    <a:pt x="9794" y="2076"/>
                  </a:lnTo>
                  <a:lnTo>
                    <a:pt x="9745" y="1979"/>
                  </a:lnTo>
                  <a:lnTo>
                    <a:pt x="9720" y="1905"/>
                  </a:lnTo>
                  <a:lnTo>
                    <a:pt x="9720" y="1808"/>
                  </a:lnTo>
                  <a:lnTo>
                    <a:pt x="9720" y="1710"/>
                  </a:lnTo>
                  <a:lnTo>
                    <a:pt x="9745" y="1612"/>
                  </a:lnTo>
                  <a:lnTo>
                    <a:pt x="9794" y="1515"/>
                  </a:lnTo>
                  <a:lnTo>
                    <a:pt x="9843" y="1441"/>
                  </a:lnTo>
                  <a:lnTo>
                    <a:pt x="9916" y="1392"/>
                  </a:lnTo>
                  <a:lnTo>
                    <a:pt x="10013" y="1344"/>
                  </a:lnTo>
                  <a:lnTo>
                    <a:pt x="10111" y="1319"/>
                  </a:lnTo>
                  <a:close/>
                  <a:moveTo>
                    <a:pt x="0" y="0"/>
                  </a:moveTo>
                  <a:lnTo>
                    <a:pt x="0" y="8744"/>
                  </a:lnTo>
                  <a:lnTo>
                    <a:pt x="14898" y="8744"/>
                  </a:lnTo>
                  <a:lnTo>
                    <a:pt x="14898" y="0"/>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gr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60" name="Shape 160"/>
        <p:cNvGrpSpPr/>
        <p:nvPr/>
      </p:nvGrpSpPr>
      <p:grpSpPr>
        <a:xfrm>
          <a:off x="0" y="0"/>
          <a:ext cx="0" cy="0"/>
          <a:chOff x="0" y="0"/>
          <a:chExt cx="0" cy="0"/>
        </a:xfrm>
      </p:grpSpPr>
      <p:sp>
        <p:nvSpPr>
          <p:cNvPr id="161" name="Google Shape;161;p21"/>
          <p:cNvSpPr txBox="1"/>
          <p:nvPr>
            <p:ph type="body" idx="1"/>
          </p:nvPr>
        </p:nvSpPr>
        <p:spPr>
          <a:xfrm>
            <a:off x="1576275" y="1367175"/>
            <a:ext cx="3482400" cy="3382500"/>
          </a:xfrm>
          <a:prstGeom prst="rect">
            <a:avLst/>
          </a:prstGeom>
        </p:spPr>
        <p:txBody>
          <a:bodyPr spcFirstLastPara="1" wrap="square" lIns="91425" tIns="91425" rIns="91425" bIns="91425" anchor="t" anchorCtr="0">
            <a:noAutofit/>
          </a:bodyPr>
          <a:lstStyle/>
          <a:p>
            <a:pPr marL="0" lvl="0" indent="0" rtl="0">
              <a:spcBef>
                <a:spcPts val="600"/>
              </a:spcBef>
              <a:spcAft>
                <a:spcPts val="0"/>
              </a:spcAft>
              <a:buNone/>
            </a:pPr>
            <a:r>
              <a:rPr lang="en-US" altLang="en-GB" b="1"/>
              <a:t>Basic</a:t>
            </a:r>
            <a:endParaRPr b="1"/>
          </a:p>
          <a:p>
            <a:pPr marL="0" lvl="0" indent="0">
              <a:spcBef>
                <a:spcPts val="600"/>
              </a:spcBef>
              <a:spcAft>
                <a:spcPts val="0"/>
              </a:spcAft>
              <a:buNone/>
            </a:pPr>
            <a:r>
              <a:rPr lang="en-US" altLang="en-GB"/>
              <a:t>Excel, or Spreadsheet program in general, seems to be generic and basic for advanced field like data analytics.</a:t>
            </a:r>
            <a:endParaRPr lang="en-US" altLang="en-GB"/>
          </a:p>
        </p:txBody>
      </p:sp>
      <p:sp>
        <p:nvSpPr>
          <p:cNvPr id="162" name="Google Shape;162;p21"/>
          <p:cNvSpPr txBox="1"/>
          <p:nvPr>
            <p:ph type="title"/>
          </p:nvPr>
        </p:nvSpPr>
        <p:spPr>
          <a:xfrm>
            <a:off x="1182200" y="393475"/>
            <a:ext cx="6739500" cy="8067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r>
              <a:rPr lang="en-US" altLang="en-GB"/>
              <a:t>EXCEL / SPREADSHEET</a:t>
            </a:r>
            <a:endParaRPr lang="en-US" altLang="en-GB"/>
          </a:p>
        </p:txBody>
      </p:sp>
      <p:sp>
        <p:nvSpPr>
          <p:cNvPr id="163" name="Google Shape;163;p21"/>
          <p:cNvSpPr txBox="1"/>
          <p:nvPr>
            <p:ph type="body" idx="2"/>
          </p:nvPr>
        </p:nvSpPr>
        <p:spPr>
          <a:xfrm>
            <a:off x="5268071" y="1367175"/>
            <a:ext cx="3482400" cy="3382500"/>
          </a:xfrm>
          <a:prstGeom prst="rect">
            <a:avLst/>
          </a:prstGeom>
        </p:spPr>
        <p:txBody>
          <a:bodyPr spcFirstLastPara="1" wrap="square" lIns="91425" tIns="91425" rIns="91425" bIns="91425" anchor="t" anchorCtr="0">
            <a:noAutofit/>
          </a:bodyPr>
          <a:lstStyle/>
          <a:p>
            <a:pPr marL="0" lvl="0" indent="0" rtl="0">
              <a:spcBef>
                <a:spcPts val="600"/>
              </a:spcBef>
              <a:spcAft>
                <a:spcPts val="0"/>
              </a:spcAft>
              <a:buNone/>
            </a:pPr>
            <a:r>
              <a:rPr lang="en-US" altLang="en-GB" b="1"/>
              <a:t>... yet familiar</a:t>
            </a:r>
            <a:endParaRPr b="1"/>
          </a:p>
          <a:p>
            <a:pPr marL="0" lvl="0" indent="0">
              <a:spcBef>
                <a:spcPts val="600"/>
              </a:spcBef>
              <a:spcAft>
                <a:spcPts val="0"/>
              </a:spcAft>
              <a:buNone/>
            </a:pPr>
            <a:r>
              <a:rPr lang="en-US" altLang="en-GB"/>
              <a:t>But people trust Excel. It’s familiar. It’s already on your computer. And it’s easy to figure out, even if you’ve never used it before.</a:t>
            </a:r>
            <a:endParaRPr lang="en-US" altLang="en-GB"/>
          </a:p>
        </p:txBody>
      </p:sp>
      <p:sp>
        <p:nvSpPr>
          <p:cNvPr id="164" name="Google Shape;164;p21"/>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GB"/>
            </a:fld>
            <a:endParaRPr lang="en-GB"/>
          </a:p>
        </p:txBody>
      </p:sp>
      <p:grpSp>
        <p:nvGrpSpPr>
          <p:cNvPr id="165" name="Google Shape;165;p21"/>
          <p:cNvGrpSpPr/>
          <p:nvPr/>
        </p:nvGrpSpPr>
        <p:grpSpPr>
          <a:xfrm>
            <a:off x="8247163" y="629034"/>
            <a:ext cx="205851" cy="335576"/>
            <a:chOff x="6730350" y="2315900"/>
            <a:chExt cx="257700" cy="420100"/>
          </a:xfrm>
        </p:grpSpPr>
        <p:sp>
          <p:nvSpPr>
            <p:cNvPr id="166" name="Google Shape;166;p21"/>
            <p:cNvSpPr/>
            <p:nvPr/>
          </p:nvSpPr>
          <p:spPr>
            <a:xfrm>
              <a:off x="6807900" y="2671250"/>
              <a:ext cx="102600" cy="22625"/>
            </a:xfrm>
            <a:custGeom>
              <a:avLst/>
              <a:gdLst/>
              <a:ahLst/>
              <a:cxnLst/>
              <a:pathLst>
                <a:path w="4104" h="905" extrusionOk="0">
                  <a:moveTo>
                    <a:pt x="1" y="1"/>
                  </a:moveTo>
                  <a:lnTo>
                    <a:pt x="1" y="905"/>
                  </a:lnTo>
                  <a:lnTo>
                    <a:pt x="4104" y="905"/>
                  </a:lnTo>
                  <a:lnTo>
                    <a:pt x="4104"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67" name="Google Shape;167;p21"/>
            <p:cNvSpPr/>
            <p:nvPr/>
          </p:nvSpPr>
          <p:spPr>
            <a:xfrm>
              <a:off x="6807900" y="2636450"/>
              <a:ext cx="102600" cy="22625"/>
            </a:xfrm>
            <a:custGeom>
              <a:avLst/>
              <a:gdLst/>
              <a:ahLst/>
              <a:cxnLst/>
              <a:pathLst>
                <a:path w="4104" h="905" extrusionOk="0">
                  <a:moveTo>
                    <a:pt x="1" y="1"/>
                  </a:moveTo>
                  <a:lnTo>
                    <a:pt x="1" y="905"/>
                  </a:lnTo>
                  <a:lnTo>
                    <a:pt x="4104" y="905"/>
                  </a:lnTo>
                  <a:lnTo>
                    <a:pt x="4104"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68" name="Google Shape;168;p21"/>
            <p:cNvSpPr/>
            <p:nvPr/>
          </p:nvSpPr>
          <p:spPr>
            <a:xfrm>
              <a:off x="6807900" y="2706075"/>
              <a:ext cx="102600" cy="29925"/>
            </a:xfrm>
            <a:custGeom>
              <a:avLst/>
              <a:gdLst/>
              <a:ahLst/>
              <a:cxnLst/>
              <a:pathLst>
                <a:path w="4104" h="1197" extrusionOk="0">
                  <a:moveTo>
                    <a:pt x="1" y="0"/>
                  </a:moveTo>
                  <a:lnTo>
                    <a:pt x="1" y="171"/>
                  </a:lnTo>
                  <a:lnTo>
                    <a:pt x="25" y="318"/>
                  </a:lnTo>
                  <a:lnTo>
                    <a:pt x="98" y="464"/>
                  </a:lnTo>
                  <a:lnTo>
                    <a:pt x="196" y="586"/>
                  </a:lnTo>
                  <a:lnTo>
                    <a:pt x="343" y="660"/>
                  </a:lnTo>
                  <a:lnTo>
                    <a:pt x="1881" y="1172"/>
                  </a:lnTo>
                  <a:lnTo>
                    <a:pt x="2052" y="1197"/>
                  </a:lnTo>
                  <a:lnTo>
                    <a:pt x="2223" y="1172"/>
                  </a:lnTo>
                  <a:lnTo>
                    <a:pt x="3762" y="660"/>
                  </a:lnTo>
                  <a:lnTo>
                    <a:pt x="3908" y="586"/>
                  </a:lnTo>
                  <a:lnTo>
                    <a:pt x="4006" y="464"/>
                  </a:lnTo>
                  <a:lnTo>
                    <a:pt x="4079" y="318"/>
                  </a:lnTo>
                  <a:lnTo>
                    <a:pt x="4104" y="171"/>
                  </a:lnTo>
                  <a:lnTo>
                    <a:pt x="4104" y="0"/>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69" name="Google Shape;169;p21"/>
            <p:cNvSpPr/>
            <p:nvPr/>
          </p:nvSpPr>
          <p:spPr>
            <a:xfrm>
              <a:off x="6811575" y="2463675"/>
              <a:ext cx="95275" cy="160600"/>
            </a:xfrm>
            <a:custGeom>
              <a:avLst/>
              <a:gdLst/>
              <a:ahLst/>
              <a:cxnLst/>
              <a:pathLst>
                <a:path w="3811" h="6424" extrusionOk="0">
                  <a:moveTo>
                    <a:pt x="1905" y="0"/>
                  </a:moveTo>
                  <a:lnTo>
                    <a:pt x="928" y="831"/>
                  </a:lnTo>
                  <a:lnTo>
                    <a:pt x="855" y="879"/>
                  </a:lnTo>
                  <a:lnTo>
                    <a:pt x="782" y="904"/>
                  </a:lnTo>
                  <a:lnTo>
                    <a:pt x="684" y="879"/>
                  </a:lnTo>
                  <a:lnTo>
                    <a:pt x="611" y="831"/>
                  </a:lnTo>
                  <a:lnTo>
                    <a:pt x="0" y="318"/>
                  </a:lnTo>
                  <a:lnTo>
                    <a:pt x="1319" y="6423"/>
                  </a:lnTo>
                  <a:lnTo>
                    <a:pt x="2491" y="6423"/>
                  </a:lnTo>
                  <a:lnTo>
                    <a:pt x="3810" y="318"/>
                  </a:lnTo>
                  <a:lnTo>
                    <a:pt x="3200" y="831"/>
                  </a:lnTo>
                  <a:lnTo>
                    <a:pt x="3126" y="879"/>
                  </a:lnTo>
                  <a:lnTo>
                    <a:pt x="3029" y="904"/>
                  </a:lnTo>
                  <a:lnTo>
                    <a:pt x="2955" y="879"/>
                  </a:lnTo>
                  <a:lnTo>
                    <a:pt x="2882" y="831"/>
                  </a:lnTo>
                  <a:lnTo>
                    <a:pt x="1905" y="0"/>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70" name="Google Shape;170;p21"/>
            <p:cNvSpPr/>
            <p:nvPr/>
          </p:nvSpPr>
          <p:spPr>
            <a:xfrm>
              <a:off x="6730350" y="2315900"/>
              <a:ext cx="257700" cy="308375"/>
            </a:xfrm>
            <a:custGeom>
              <a:avLst/>
              <a:gdLst/>
              <a:ahLst/>
              <a:cxnLst/>
              <a:pathLst>
                <a:path w="10308" h="12335" extrusionOk="0">
                  <a:moveTo>
                    <a:pt x="5154" y="1"/>
                  </a:moveTo>
                  <a:lnTo>
                    <a:pt x="4617" y="25"/>
                  </a:lnTo>
                  <a:lnTo>
                    <a:pt x="4128" y="98"/>
                  </a:lnTo>
                  <a:lnTo>
                    <a:pt x="3615" y="245"/>
                  </a:lnTo>
                  <a:lnTo>
                    <a:pt x="3151" y="416"/>
                  </a:lnTo>
                  <a:lnTo>
                    <a:pt x="2712" y="636"/>
                  </a:lnTo>
                  <a:lnTo>
                    <a:pt x="2272" y="880"/>
                  </a:lnTo>
                  <a:lnTo>
                    <a:pt x="1881" y="1173"/>
                  </a:lnTo>
                  <a:lnTo>
                    <a:pt x="1515" y="1515"/>
                  </a:lnTo>
                  <a:lnTo>
                    <a:pt x="1198" y="1881"/>
                  </a:lnTo>
                  <a:lnTo>
                    <a:pt x="880" y="2272"/>
                  </a:lnTo>
                  <a:lnTo>
                    <a:pt x="636" y="2687"/>
                  </a:lnTo>
                  <a:lnTo>
                    <a:pt x="416" y="3151"/>
                  </a:lnTo>
                  <a:lnTo>
                    <a:pt x="245" y="3615"/>
                  </a:lnTo>
                  <a:lnTo>
                    <a:pt x="123" y="4104"/>
                  </a:lnTo>
                  <a:lnTo>
                    <a:pt x="50" y="4617"/>
                  </a:lnTo>
                  <a:lnTo>
                    <a:pt x="1" y="5154"/>
                  </a:lnTo>
                  <a:lnTo>
                    <a:pt x="25" y="5423"/>
                  </a:lnTo>
                  <a:lnTo>
                    <a:pt x="50" y="5691"/>
                  </a:lnTo>
                  <a:lnTo>
                    <a:pt x="123" y="6204"/>
                  </a:lnTo>
                  <a:lnTo>
                    <a:pt x="245" y="6693"/>
                  </a:lnTo>
                  <a:lnTo>
                    <a:pt x="416" y="7132"/>
                  </a:lnTo>
                  <a:lnTo>
                    <a:pt x="636" y="7572"/>
                  </a:lnTo>
                  <a:lnTo>
                    <a:pt x="856" y="7963"/>
                  </a:lnTo>
                  <a:lnTo>
                    <a:pt x="1100" y="8353"/>
                  </a:lnTo>
                  <a:lnTo>
                    <a:pt x="1369" y="8744"/>
                  </a:lnTo>
                  <a:lnTo>
                    <a:pt x="1906" y="9526"/>
                  </a:lnTo>
                  <a:lnTo>
                    <a:pt x="2150" y="9941"/>
                  </a:lnTo>
                  <a:lnTo>
                    <a:pt x="2394" y="10356"/>
                  </a:lnTo>
                  <a:lnTo>
                    <a:pt x="2614" y="10796"/>
                  </a:lnTo>
                  <a:lnTo>
                    <a:pt x="2810" y="11284"/>
                  </a:lnTo>
                  <a:lnTo>
                    <a:pt x="2980" y="11797"/>
                  </a:lnTo>
                  <a:lnTo>
                    <a:pt x="3103" y="12334"/>
                  </a:lnTo>
                  <a:lnTo>
                    <a:pt x="4079" y="12334"/>
                  </a:lnTo>
                  <a:lnTo>
                    <a:pt x="3249" y="8500"/>
                  </a:lnTo>
                  <a:lnTo>
                    <a:pt x="2663" y="5642"/>
                  </a:lnTo>
                  <a:lnTo>
                    <a:pt x="2663" y="5520"/>
                  </a:lnTo>
                  <a:lnTo>
                    <a:pt x="2712" y="5423"/>
                  </a:lnTo>
                  <a:lnTo>
                    <a:pt x="2785" y="5374"/>
                  </a:lnTo>
                  <a:lnTo>
                    <a:pt x="2883" y="5349"/>
                  </a:lnTo>
                  <a:lnTo>
                    <a:pt x="2956" y="5349"/>
                  </a:lnTo>
                  <a:lnTo>
                    <a:pt x="3054" y="5398"/>
                  </a:lnTo>
                  <a:lnTo>
                    <a:pt x="4031" y="6253"/>
                  </a:lnTo>
                  <a:lnTo>
                    <a:pt x="4983" y="5398"/>
                  </a:lnTo>
                  <a:lnTo>
                    <a:pt x="5081" y="5349"/>
                  </a:lnTo>
                  <a:lnTo>
                    <a:pt x="5227" y="5349"/>
                  </a:lnTo>
                  <a:lnTo>
                    <a:pt x="5325" y="5398"/>
                  </a:lnTo>
                  <a:lnTo>
                    <a:pt x="6278" y="6253"/>
                  </a:lnTo>
                  <a:lnTo>
                    <a:pt x="7254" y="5398"/>
                  </a:lnTo>
                  <a:lnTo>
                    <a:pt x="7352" y="5349"/>
                  </a:lnTo>
                  <a:lnTo>
                    <a:pt x="7425" y="5349"/>
                  </a:lnTo>
                  <a:lnTo>
                    <a:pt x="7523" y="5374"/>
                  </a:lnTo>
                  <a:lnTo>
                    <a:pt x="7596" y="5423"/>
                  </a:lnTo>
                  <a:lnTo>
                    <a:pt x="7645" y="5520"/>
                  </a:lnTo>
                  <a:lnTo>
                    <a:pt x="7645" y="5642"/>
                  </a:lnTo>
                  <a:lnTo>
                    <a:pt x="7059" y="8500"/>
                  </a:lnTo>
                  <a:lnTo>
                    <a:pt x="6229" y="12334"/>
                  </a:lnTo>
                  <a:lnTo>
                    <a:pt x="7206" y="12334"/>
                  </a:lnTo>
                  <a:lnTo>
                    <a:pt x="7328" y="11797"/>
                  </a:lnTo>
                  <a:lnTo>
                    <a:pt x="7499" y="11284"/>
                  </a:lnTo>
                  <a:lnTo>
                    <a:pt x="7694" y="10796"/>
                  </a:lnTo>
                  <a:lnTo>
                    <a:pt x="7914" y="10356"/>
                  </a:lnTo>
                  <a:lnTo>
                    <a:pt x="8158" y="9941"/>
                  </a:lnTo>
                  <a:lnTo>
                    <a:pt x="8402" y="9526"/>
                  </a:lnTo>
                  <a:lnTo>
                    <a:pt x="8940" y="8744"/>
                  </a:lnTo>
                  <a:lnTo>
                    <a:pt x="9208" y="8353"/>
                  </a:lnTo>
                  <a:lnTo>
                    <a:pt x="9453" y="7963"/>
                  </a:lnTo>
                  <a:lnTo>
                    <a:pt x="9672" y="7572"/>
                  </a:lnTo>
                  <a:lnTo>
                    <a:pt x="9892" y="7132"/>
                  </a:lnTo>
                  <a:lnTo>
                    <a:pt x="10063" y="6693"/>
                  </a:lnTo>
                  <a:lnTo>
                    <a:pt x="10185" y="6204"/>
                  </a:lnTo>
                  <a:lnTo>
                    <a:pt x="10259" y="5691"/>
                  </a:lnTo>
                  <a:lnTo>
                    <a:pt x="10283" y="5423"/>
                  </a:lnTo>
                  <a:lnTo>
                    <a:pt x="10307" y="5154"/>
                  </a:lnTo>
                  <a:lnTo>
                    <a:pt x="10259" y="4617"/>
                  </a:lnTo>
                  <a:lnTo>
                    <a:pt x="10185" y="4104"/>
                  </a:lnTo>
                  <a:lnTo>
                    <a:pt x="10063" y="3615"/>
                  </a:lnTo>
                  <a:lnTo>
                    <a:pt x="9892" y="3151"/>
                  </a:lnTo>
                  <a:lnTo>
                    <a:pt x="9672" y="2687"/>
                  </a:lnTo>
                  <a:lnTo>
                    <a:pt x="9428" y="2272"/>
                  </a:lnTo>
                  <a:lnTo>
                    <a:pt x="9111" y="1881"/>
                  </a:lnTo>
                  <a:lnTo>
                    <a:pt x="8793" y="1515"/>
                  </a:lnTo>
                  <a:lnTo>
                    <a:pt x="8427" y="1173"/>
                  </a:lnTo>
                  <a:lnTo>
                    <a:pt x="8036" y="880"/>
                  </a:lnTo>
                  <a:lnTo>
                    <a:pt x="7596" y="636"/>
                  </a:lnTo>
                  <a:lnTo>
                    <a:pt x="7157" y="416"/>
                  </a:lnTo>
                  <a:lnTo>
                    <a:pt x="6693" y="245"/>
                  </a:lnTo>
                  <a:lnTo>
                    <a:pt x="6180" y="98"/>
                  </a:lnTo>
                  <a:lnTo>
                    <a:pt x="5691" y="25"/>
                  </a:lnTo>
                  <a:lnTo>
                    <a:pt x="5154"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grpSp>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21" name="Shape 121"/>
        <p:cNvGrpSpPr/>
        <p:nvPr/>
      </p:nvGrpSpPr>
      <p:grpSpPr>
        <a:xfrm>
          <a:off x="0" y="0"/>
          <a:ext cx="0" cy="0"/>
          <a:chOff x="0" y="0"/>
          <a:chExt cx="0" cy="0"/>
        </a:xfrm>
      </p:grpSpPr>
      <p:sp>
        <p:nvSpPr>
          <p:cNvPr id="122" name="Google Shape;122;p18"/>
          <p:cNvSpPr txBox="1"/>
          <p:nvPr>
            <p:ph type="body" idx="1"/>
          </p:nvPr>
        </p:nvSpPr>
        <p:spPr>
          <a:xfrm>
            <a:off x="3731575" y="393525"/>
            <a:ext cx="4713000" cy="4356000"/>
          </a:xfrm>
          <a:prstGeom prst="rect">
            <a:avLst/>
          </a:prstGeom>
        </p:spPr>
        <p:txBody>
          <a:bodyPr spcFirstLastPara="1" wrap="square" lIns="91425" tIns="91425" rIns="91425" bIns="91425" anchor="t" anchorCtr="0">
            <a:noAutofit/>
          </a:bodyPr>
          <a:lstStyle/>
          <a:p>
            <a:pPr marL="0" lvl="0" indent="0">
              <a:spcBef>
                <a:spcPts val="600"/>
              </a:spcBef>
              <a:spcAft>
                <a:spcPts val="0"/>
              </a:spcAft>
              <a:buNone/>
            </a:pPr>
            <a:r>
              <a:rPr lang="en-US" altLang="en-GB" sz="3200"/>
              <a:t>It’s not always compatible with big data, but it’s reliable and easy to view. And some company still required the employees have skill in Excel, regardless for data analytics or not.</a:t>
            </a:r>
            <a:endParaRPr lang="en-US" altLang="en-GB" sz="3200"/>
          </a:p>
        </p:txBody>
      </p:sp>
      <p:sp>
        <p:nvSpPr>
          <p:cNvPr id="123" name="Google Shape;123;p18"/>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GB"/>
            </a:fld>
            <a:endParaRPr lang="en-GB"/>
          </a:p>
        </p:txBody>
      </p:sp>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60" name="Shape 160"/>
        <p:cNvGrpSpPr/>
        <p:nvPr/>
      </p:nvGrpSpPr>
      <p:grpSpPr>
        <a:xfrm>
          <a:off x="0" y="0"/>
          <a:ext cx="0" cy="0"/>
          <a:chOff x="0" y="0"/>
          <a:chExt cx="0" cy="0"/>
        </a:xfrm>
      </p:grpSpPr>
      <p:sp>
        <p:nvSpPr>
          <p:cNvPr id="161" name="Google Shape;161;p21"/>
          <p:cNvSpPr txBox="1"/>
          <p:nvPr>
            <p:ph type="body" idx="1"/>
          </p:nvPr>
        </p:nvSpPr>
        <p:spPr>
          <a:xfrm>
            <a:off x="1576275" y="1367175"/>
            <a:ext cx="3482400" cy="3382500"/>
          </a:xfrm>
          <a:prstGeom prst="rect">
            <a:avLst/>
          </a:prstGeom>
        </p:spPr>
        <p:txBody>
          <a:bodyPr spcFirstLastPara="1" wrap="square" lIns="91425" tIns="91425" rIns="91425" bIns="91425" anchor="t" anchorCtr="0">
            <a:noAutofit/>
          </a:bodyPr>
          <a:lstStyle/>
          <a:p>
            <a:pPr marL="0" lvl="0" indent="0" rtl="0">
              <a:spcBef>
                <a:spcPts val="600"/>
              </a:spcBef>
              <a:spcAft>
                <a:spcPts val="0"/>
              </a:spcAft>
              <a:buNone/>
            </a:pPr>
            <a:r>
              <a:rPr lang="en-US" altLang="en-GB" b="1"/>
              <a:t>All in One</a:t>
            </a:r>
            <a:endParaRPr b="1"/>
          </a:p>
          <a:p>
            <a:pPr marL="0" lvl="0" indent="0">
              <a:spcBef>
                <a:spcPts val="600"/>
              </a:spcBef>
              <a:spcAft>
                <a:spcPts val="0"/>
              </a:spcAft>
              <a:buNone/>
            </a:pPr>
            <a:r>
              <a:rPr lang="en-US" altLang="en-GB"/>
              <a:t>It comes pre-packaged with Spyder and Jupyter Notebook. You can also install more data applications like Visual Studio Code or R Studio.</a:t>
            </a:r>
            <a:endParaRPr lang="en-US" altLang="en-GB"/>
          </a:p>
        </p:txBody>
      </p:sp>
      <p:sp>
        <p:nvSpPr>
          <p:cNvPr id="162" name="Google Shape;162;p21"/>
          <p:cNvSpPr txBox="1"/>
          <p:nvPr>
            <p:ph type="title"/>
          </p:nvPr>
        </p:nvSpPr>
        <p:spPr>
          <a:xfrm>
            <a:off x="1182200" y="393475"/>
            <a:ext cx="6739500" cy="8067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r>
              <a:rPr lang="en-US" altLang="en-GB"/>
              <a:t>ANACONDA NAVIGATOR</a:t>
            </a:r>
            <a:endParaRPr lang="en-US" altLang="en-GB"/>
          </a:p>
        </p:txBody>
      </p:sp>
      <p:sp>
        <p:nvSpPr>
          <p:cNvPr id="163" name="Google Shape;163;p21"/>
          <p:cNvSpPr txBox="1"/>
          <p:nvPr>
            <p:ph type="body" idx="2"/>
          </p:nvPr>
        </p:nvSpPr>
        <p:spPr>
          <a:xfrm>
            <a:off x="5268071" y="1367175"/>
            <a:ext cx="3482400" cy="3382500"/>
          </a:xfrm>
          <a:prstGeom prst="rect">
            <a:avLst/>
          </a:prstGeom>
        </p:spPr>
        <p:txBody>
          <a:bodyPr spcFirstLastPara="1" wrap="square" lIns="91425" tIns="91425" rIns="91425" bIns="91425" anchor="t" anchorCtr="0">
            <a:noAutofit/>
          </a:bodyPr>
          <a:lstStyle/>
          <a:p>
            <a:pPr marL="0" lvl="0" indent="0" rtl="0">
              <a:spcBef>
                <a:spcPts val="600"/>
              </a:spcBef>
              <a:spcAft>
                <a:spcPts val="0"/>
              </a:spcAft>
              <a:buNone/>
            </a:pPr>
            <a:r>
              <a:rPr lang="en-US" altLang="en-GB" b="1"/>
              <a:t>... and easy</a:t>
            </a:r>
            <a:endParaRPr b="1"/>
          </a:p>
          <a:p>
            <a:pPr marL="0" lvl="0" indent="0">
              <a:spcBef>
                <a:spcPts val="600"/>
              </a:spcBef>
              <a:spcAft>
                <a:spcPts val="0"/>
              </a:spcAft>
              <a:buNone/>
            </a:pPr>
            <a:r>
              <a:rPr lang="en-US" altLang="en-GB"/>
              <a:t>It is free and open-source. It’s also easy to install.</a:t>
            </a:r>
            <a:endParaRPr lang="en-US" altLang="en-GB"/>
          </a:p>
        </p:txBody>
      </p:sp>
      <p:sp>
        <p:nvSpPr>
          <p:cNvPr id="164" name="Google Shape;164;p21"/>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GB"/>
            </a:fld>
            <a:endParaRPr lang="en-GB"/>
          </a:p>
        </p:txBody>
      </p:sp>
      <p:grpSp>
        <p:nvGrpSpPr>
          <p:cNvPr id="165" name="Google Shape;165;p21"/>
          <p:cNvGrpSpPr/>
          <p:nvPr/>
        </p:nvGrpSpPr>
        <p:grpSpPr>
          <a:xfrm>
            <a:off x="8247163" y="629034"/>
            <a:ext cx="205851" cy="335576"/>
            <a:chOff x="6730350" y="2315900"/>
            <a:chExt cx="257700" cy="420100"/>
          </a:xfrm>
        </p:grpSpPr>
        <p:sp>
          <p:nvSpPr>
            <p:cNvPr id="166" name="Google Shape;166;p21"/>
            <p:cNvSpPr/>
            <p:nvPr/>
          </p:nvSpPr>
          <p:spPr>
            <a:xfrm>
              <a:off x="6807900" y="2671250"/>
              <a:ext cx="102600" cy="22625"/>
            </a:xfrm>
            <a:custGeom>
              <a:avLst/>
              <a:gdLst/>
              <a:ahLst/>
              <a:cxnLst/>
              <a:pathLst>
                <a:path w="4104" h="905" extrusionOk="0">
                  <a:moveTo>
                    <a:pt x="1" y="1"/>
                  </a:moveTo>
                  <a:lnTo>
                    <a:pt x="1" y="905"/>
                  </a:lnTo>
                  <a:lnTo>
                    <a:pt x="4104" y="905"/>
                  </a:lnTo>
                  <a:lnTo>
                    <a:pt x="4104"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67" name="Google Shape;167;p21"/>
            <p:cNvSpPr/>
            <p:nvPr/>
          </p:nvSpPr>
          <p:spPr>
            <a:xfrm>
              <a:off x="6807900" y="2636450"/>
              <a:ext cx="102600" cy="22625"/>
            </a:xfrm>
            <a:custGeom>
              <a:avLst/>
              <a:gdLst/>
              <a:ahLst/>
              <a:cxnLst/>
              <a:pathLst>
                <a:path w="4104" h="905" extrusionOk="0">
                  <a:moveTo>
                    <a:pt x="1" y="1"/>
                  </a:moveTo>
                  <a:lnTo>
                    <a:pt x="1" y="905"/>
                  </a:lnTo>
                  <a:lnTo>
                    <a:pt x="4104" y="905"/>
                  </a:lnTo>
                  <a:lnTo>
                    <a:pt x="4104"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68" name="Google Shape;168;p21"/>
            <p:cNvSpPr/>
            <p:nvPr/>
          </p:nvSpPr>
          <p:spPr>
            <a:xfrm>
              <a:off x="6807900" y="2706075"/>
              <a:ext cx="102600" cy="29925"/>
            </a:xfrm>
            <a:custGeom>
              <a:avLst/>
              <a:gdLst/>
              <a:ahLst/>
              <a:cxnLst/>
              <a:pathLst>
                <a:path w="4104" h="1197" extrusionOk="0">
                  <a:moveTo>
                    <a:pt x="1" y="0"/>
                  </a:moveTo>
                  <a:lnTo>
                    <a:pt x="1" y="171"/>
                  </a:lnTo>
                  <a:lnTo>
                    <a:pt x="25" y="318"/>
                  </a:lnTo>
                  <a:lnTo>
                    <a:pt x="98" y="464"/>
                  </a:lnTo>
                  <a:lnTo>
                    <a:pt x="196" y="586"/>
                  </a:lnTo>
                  <a:lnTo>
                    <a:pt x="343" y="660"/>
                  </a:lnTo>
                  <a:lnTo>
                    <a:pt x="1881" y="1172"/>
                  </a:lnTo>
                  <a:lnTo>
                    <a:pt x="2052" y="1197"/>
                  </a:lnTo>
                  <a:lnTo>
                    <a:pt x="2223" y="1172"/>
                  </a:lnTo>
                  <a:lnTo>
                    <a:pt x="3762" y="660"/>
                  </a:lnTo>
                  <a:lnTo>
                    <a:pt x="3908" y="586"/>
                  </a:lnTo>
                  <a:lnTo>
                    <a:pt x="4006" y="464"/>
                  </a:lnTo>
                  <a:lnTo>
                    <a:pt x="4079" y="318"/>
                  </a:lnTo>
                  <a:lnTo>
                    <a:pt x="4104" y="171"/>
                  </a:lnTo>
                  <a:lnTo>
                    <a:pt x="4104" y="0"/>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69" name="Google Shape;169;p21"/>
            <p:cNvSpPr/>
            <p:nvPr/>
          </p:nvSpPr>
          <p:spPr>
            <a:xfrm>
              <a:off x="6811575" y="2463675"/>
              <a:ext cx="95275" cy="160600"/>
            </a:xfrm>
            <a:custGeom>
              <a:avLst/>
              <a:gdLst/>
              <a:ahLst/>
              <a:cxnLst/>
              <a:pathLst>
                <a:path w="3811" h="6424" extrusionOk="0">
                  <a:moveTo>
                    <a:pt x="1905" y="0"/>
                  </a:moveTo>
                  <a:lnTo>
                    <a:pt x="928" y="831"/>
                  </a:lnTo>
                  <a:lnTo>
                    <a:pt x="855" y="879"/>
                  </a:lnTo>
                  <a:lnTo>
                    <a:pt x="782" y="904"/>
                  </a:lnTo>
                  <a:lnTo>
                    <a:pt x="684" y="879"/>
                  </a:lnTo>
                  <a:lnTo>
                    <a:pt x="611" y="831"/>
                  </a:lnTo>
                  <a:lnTo>
                    <a:pt x="0" y="318"/>
                  </a:lnTo>
                  <a:lnTo>
                    <a:pt x="1319" y="6423"/>
                  </a:lnTo>
                  <a:lnTo>
                    <a:pt x="2491" y="6423"/>
                  </a:lnTo>
                  <a:lnTo>
                    <a:pt x="3810" y="318"/>
                  </a:lnTo>
                  <a:lnTo>
                    <a:pt x="3200" y="831"/>
                  </a:lnTo>
                  <a:lnTo>
                    <a:pt x="3126" y="879"/>
                  </a:lnTo>
                  <a:lnTo>
                    <a:pt x="3029" y="904"/>
                  </a:lnTo>
                  <a:lnTo>
                    <a:pt x="2955" y="879"/>
                  </a:lnTo>
                  <a:lnTo>
                    <a:pt x="2882" y="831"/>
                  </a:lnTo>
                  <a:lnTo>
                    <a:pt x="1905" y="0"/>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70" name="Google Shape;170;p21"/>
            <p:cNvSpPr/>
            <p:nvPr/>
          </p:nvSpPr>
          <p:spPr>
            <a:xfrm>
              <a:off x="6730350" y="2315900"/>
              <a:ext cx="257700" cy="308375"/>
            </a:xfrm>
            <a:custGeom>
              <a:avLst/>
              <a:gdLst/>
              <a:ahLst/>
              <a:cxnLst/>
              <a:pathLst>
                <a:path w="10308" h="12335" extrusionOk="0">
                  <a:moveTo>
                    <a:pt x="5154" y="1"/>
                  </a:moveTo>
                  <a:lnTo>
                    <a:pt x="4617" y="25"/>
                  </a:lnTo>
                  <a:lnTo>
                    <a:pt x="4128" y="98"/>
                  </a:lnTo>
                  <a:lnTo>
                    <a:pt x="3615" y="245"/>
                  </a:lnTo>
                  <a:lnTo>
                    <a:pt x="3151" y="416"/>
                  </a:lnTo>
                  <a:lnTo>
                    <a:pt x="2712" y="636"/>
                  </a:lnTo>
                  <a:lnTo>
                    <a:pt x="2272" y="880"/>
                  </a:lnTo>
                  <a:lnTo>
                    <a:pt x="1881" y="1173"/>
                  </a:lnTo>
                  <a:lnTo>
                    <a:pt x="1515" y="1515"/>
                  </a:lnTo>
                  <a:lnTo>
                    <a:pt x="1198" y="1881"/>
                  </a:lnTo>
                  <a:lnTo>
                    <a:pt x="880" y="2272"/>
                  </a:lnTo>
                  <a:lnTo>
                    <a:pt x="636" y="2687"/>
                  </a:lnTo>
                  <a:lnTo>
                    <a:pt x="416" y="3151"/>
                  </a:lnTo>
                  <a:lnTo>
                    <a:pt x="245" y="3615"/>
                  </a:lnTo>
                  <a:lnTo>
                    <a:pt x="123" y="4104"/>
                  </a:lnTo>
                  <a:lnTo>
                    <a:pt x="50" y="4617"/>
                  </a:lnTo>
                  <a:lnTo>
                    <a:pt x="1" y="5154"/>
                  </a:lnTo>
                  <a:lnTo>
                    <a:pt x="25" y="5423"/>
                  </a:lnTo>
                  <a:lnTo>
                    <a:pt x="50" y="5691"/>
                  </a:lnTo>
                  <a:lnTo>
                    <a:pt x="123" y="6204"/>
                  </a:lnTo>
                  <a:lnTo>
                    <a:pt x="245" y="6693"/>
                  </a:lnTo>
                  <a:lnTo>
                    <a:pt x="416" y="7132"/>
                  </a:lnTo>
                  <a:lnTo>
                    <a:pt x="636" y="7572"/>
                  </a:lnTo>
                  <a:lnTo>
                    <a:pt x="856" y="7963"/>
                  </a:lnTo>
                  <a:lnTo>
                    <a:pt x="1100" y="8353"/>
                  </a:lnTo>
                  <a:lnTo>
                    <a:pt x="1369" y="8744"/>
                  </a:lnTo>
                  <a:lnTo>
                    <a:pt x="1906" y="9526"/>
                  </a:lnTo>
                  <a:lnTo>
                    <a:pt x="2150" y="9941"/>
                  </a:lnTo>
                  <a:lnTo>
                    <a:pt x="2394" y="10356"/>
                  </a:lnTo>
                  <a:lnTo>
                    <a:pt x="2614" y="10796"/>
                  </a:lnTo>
                  <a:lnTo>
                    <a:pt x="2810" y="11284"/>
                  </a:lnTo>
                  <a:lnTo>
                    <a:pt x="2980" y="11797"/>
                  </a:lnTo>
                  <a:lnTo>
                    <a:pt x="3103" y="12334"/>
                  </a:lnTo>
                  <a:lnTo>
                    <a:pt x="4079" y="12334"/>
                  </a:lnTo>
                  <a:lnTo>
                    <a:pt x="3249" y="8500"/>
                  </a:lnTo>
                  <a:lnTo>
                    <a:pt x="2663" y="5642"/>
                  </a:lnTo>
                  <a:lnTo>
                    <a:pt x="2663" y="5520"/>
                  </a:lnTo>
                  <a:lnTo>
                    <a:pt x="2712" y="5423"/>
                  </a:lnTo>
                  <a:lnTo>
                    <a:pt x="2785" y="5374"/>
                  </a:lnTo>
                  <a:lnTo>
                    <a:pt x="2883" y="5349"/>
                  </a:lnTo>
                  <a:lnTo>
                    <a:pt x="2956" y="5349"/>
                  </a:lnTo>
                  <a:lnTo>
                    <a:pt x="3054" y="5398"/>
                  </a:lnTo>
                  <a:lnTo>
                    <a:pt x="4031" y="6253"/>
                  </a:lnTo>
                  <a:lnTo>
                    <a:pt x="4983" y="5398"/>
                  </a:lnTo>
                  <a:lnTo>
                    <a:pt x="5081" y="5349"/>
                  </a:lnTo>
                  <a:lnTo>
                    <a:pt x="5227" y="5349"/>
                  </a:lnTo>
                  <a:lnTo>
                    <a:pt x="5325" y="5398"/>
                  </a:lnTo>
                  <a:lnTo>
                    <a:pt x="6278" y="6253"/>
                  </a:lnTo>
                  <a:lnTo>
                    <a:pt x="7254" y="5398"/>
                  </a:lnTo>
                  <a:lnTo>
                    <a:pt x="7352" y="5349"/>
                  </a:lnTo>
                  <a:lnTo>
                    <a:pt x="7425" y="5349"/>
                  </a:lnTo>
                  <a:lnTo>
                    <a:pt x="7523" y="5374"/>
                  </a:lnTo>
                  <a:lnTo>
                    <a:pt x="7596" y="5423"/>
                  </a:lnTo>
                  <a:lnTo>
                    <a:pt x="7645" y="5520"/>
                  </a:lnTo>
                  <a:lnTo>
                    <a:pt x="7645" y="5642"/>
                  </a:lnTo>
                  <a:lnTo>
                    <a:pt x="7059" y="8500"/>
                  </a:lnTo>
                  <a:lnTo>
                    <a:pt x="6229" y="12334"/>
                  </a:lnTo>
                  <a:lnTo>
                    <a:pt x="7206" y="12334"/>
                  </a:lnTo>
                  <a:lnTo>
                    <a:pt x="7328" y="11797"/>
                  </a:lnTo>
                  <a:lnTo>
                    <a:pt x="7499" y="11284"/>
                  </a:lnTo>
                  <a:lnTo>
                    <a:pt x="7694" y="10796"/>
                  </a:lnTo>
                  <a:lnTo>
                    <a:pt x="7914" y="10356"/>
                  </a:lnTo>
                  <a:lnTo>
                    <a:pt x="8158" y="9941"/>
                  </a:lnTo>
                  <a:lnTo>
                    <a:pt x="8402" y="9526"/>
                  </a:lnTo>
                  <a:lnTo>
                    <a:pt x="8940" y="8744"/>
                  </a:lnTo>
                  <a:lnTo>
                    <a:pt x="9208" y="8353"/>
                  </a:lnTo>
                  <a:lnTo>
                    <a:pt x="9453" y="7963"/>
                  </a:lnTo>
                  <a:lnTo>
                    <a:pt x="9672" y="7572"/>
                  </a:lnTo>
                  <a:lnTo>
                    <a:pt x="9892" y="7132"/>
                  </a:lnTo>
                  <a:lnTo>
                    <a:pt x="10063" y="6693"/>
                  </a:lnTo>
                  <a:lnTo>
                    <a:pt x="10185" y="6204"/>
                  </a:lnTo>
                  <a:lnTo>
                    <a:pt x="10259" y="5691"/>
                  </a:lnTo>
                  <a:lnTo>
                    <a:pt x="10283" y="5423"/>
                  </a:lnTo>
                  <a:lnTo>
                    <a:pt x="10307" y="5154"/>
                  </a:lnTo>
                  <a:lnTo>
                    <a:pt x="10259" y="4617"/>
                  </a:lnTo>
                  <a:lnTo>
                    <a:pt x="10185" y="4104"/>
                  </a:lnTo>
                  <a:lnTo>
                    <a:pt x="10063" y="3615"/>
                  </a:lnTo>
                  <a:lnTo>
                    <a:pt x="9892" y="3151"/>
                  </a:lnTo>
                  <a:lnTo>
                    <a:pt x="9672" y="2687"/>
                  </a:lnTo>
                  <a:lnTo>
                    <a:pt x="9428" y="2272"/>
                  </a:lnTo>
                  <a:lnTo>
                    <a:pt x="9111" y="1881"/>
                  </a:lnTo>
                  <a:lnTo>
                    <a:pt x="8793" y="1515"/>
                  </a:lnTo>
                  <a:lnTo>
                    <a:pt x="8427" y="1173"/>
                  </a:lnTo>
                  <a:lnTo>
                    <a:pt x="8036" y="880"/>
                  </a:lnTo>
                  <a:lnTo>
                    <a:pt x="7596" y="636"/>
                  </a:lnTo>
                  <a:lnTo>
                    <a:pt x="7157" y="416"/>
                  </a:lnTo>
                  <a:lnTo>
                    <a:pt x="6693" y="245"/>
                  </a:lnTo>
                  <a:lnTo>
                    <a:pt x="6180" y="98"/>
                  </a:lnTo>
                  <a:lnTo>
                    <a:pt x="5691" y="25"/>
                  </a:lnTo>
                  <a:lnTo>
                    <a:pt x="5154"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grpSp>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94" name="Shape 194"/>
        <p:cNvGrpSpPr/>
        <p:nvPr/>
      </p:nvGrpSpPr>
      <p:grpSpPr>
        <a:xfrm>
          <a:off x="0" y="0"/>
          <a:ext cx="0" cy="0"/>
          <a:chOff x="0" y="0"/>
          <a:chExt cx="0" cy="0"/>
        </a:xfrm>
      </p:grpSpPr>
      <p:sp>
        <p:nvSpPr>
          <p:cNvPr id="195" name="Google Shape;195;p24"/>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GB"/>
            </a:fld>
            <a:endParaRPr lang="en-GB"/>
          </a:p>
        </p:txBody>
      </p:sp>
      <p:sp>
        <p:nvSpPr>
          <p:cNvPr id="196" name="Google Shape;196;p24"/>
          <p:cNvSpPr/>
          <p:nvPr/>
        </p:nvSpPr>
        <p:spPr>
          <a:xfrm>
            <a:off x="6393300" y="1393200"/>
            <a:ext cx="2357100" cy="2357100"/>
          </a:xfrm>
          <a:prstGeom prst="rect">
            <a:avLst/>
          </a:prstGeom>
          <a:solidFill>
            <a:srgbClr val="FFB000"/>
          </a:solidFill>
          <a:ln>
            <a:noFill/>
          </a:ln>
          <a:effectLst>
            <a:outerShdw blurRad="214313" dist="47625" dir="5400000" algn="bl" rotWithShape="0">
              <a:srgbClr val="000000">
                <a:alpha val="20000"/>
              </a:srgbClr>
            </a:outerShdw>
          </a:effectLst>
        </p:spPr>
        <p:txBody>
          <a:bodyPr spcFirstLastPara="1" wrap="square" lIns="91425" tIns="91425" rIns="91425" bIns="91425" anchor="ctr" anchorCtr="0">
            <a:noAutofit/>
          </a:bodyPr>
          <a:lstStyle/>
          <a:p>
            <a:pPr marL="0" lvl="0" indent="0">
              <a:spcBef>
                <a:spcPts val="0"/>
              </a:spcBef>
              <a:spcAft>
                <a:spcPts val="0"/>
              </a:spcAft>
              <a:buClr>
                <a:schemeClr val="dk1"/>
              </a:buClr>
              <a:buSzPts val="1100"/>
              <a:buFont typeface="Arial" panose="020B0604020202020204"/>
              <a:buNone/>
            </a:pPr>
            <a:r>
              <a:rPr lang="en-US" sz="2200">
                <a:solidFill>
                  <a:schemeClr val="lt1"/>
                </a:solidFill>
                <a:latin typeface="Barlow" panose="00000500000000000000"/>
                <a:ea typeface="Barlow" panose="00000500000000000000"/>
                <a:cs typeface="Barlow" panose="00000500000000000000"/>
                <a:sym typeface="Barlow" panose="00000500000000000000"/>
              </a:rPr>
              <a:t>Many applications can be integrated in Anaconda Navigator</a:t>
            </a:r>
            <a:endParaRPr lang="en-US" sz="2200"/>
          </a:p>
        </p:txBody>
      </p:sp>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15" name="Shape 115"/>
        <p:cNvGrpSpPr/>
        <p:nvPr/>
      </p:nvGrpSpPr>
      <p:grpSpPr>
        <a:xfrm>
          <a:off x="0" y="0"/>
          <a:ext cx="0" cy="0"/>
          <a:chOff x="0" y="0"/>
          <a:chExt cx="0" cy="0"/>
        </a:xfrm>
      </p:grpSpPr>
      <p:sp>
        <p:nvSpPr>
          <p:cNvPr id="116" name="Google Shape;116;p17"/>
          <p:cNvSpPr txBox="1"/>
          <p:nvPr>
            <p:ph type="ctrTitle"/>
          </p:nvPr>
        </p:nvSpPr>
        <p:spPr>
          <a:xfrm>
            <a:off x="2935400" y="1846200"/>
            <a:ext cx="5814900" cy="9108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US" altLang="en-GB"/>
              <a:t>JUPYTER NOTEBOOK</a:t>
            </a:r>
            <a:endParaRPr lang="en-US" altLang="en-GB"/>
          </a:p>
        </p:txBody>
      </p:sp>
      <p:sp>
        <p:nvSpPr>
          <p:cNvPr id="117" name="Google Shape;117;p17"/>
          <p:cNvSpPr txBox="1"/>
          <p:nvPr>
            <p:ph type="subTitle" idx="1"/>
          </p:nvPr>
        </p:nvSpPr>
        <p:spPr>
          <a:xfrm>
            <a:off x="2935400" y="2604625"/>
            <a:ext cx="5814900" cy="451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altLang="en-GB"/>
              <a:t>The main EDA tools along with Tableau</a:t>
            </a:r>
            <a:endParaRPr lang="en-US" altLang="en-GB"/>
          </a:p>
        </p:txBody>
      </p:sp>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60" name="Shape 160"/>
        <p:cNvGrpSpPr/>
        <p:nvPr/>
      </p:nvGrpSpPr>
      <p:grpSpPr>
        <a:xfrm>
          <a:off x="0" y="0"/>
          <a:ext cx="0" cy="0"/>
          <a:chOff x="0" y="0"/>
          <a:chExt cx="0" cy="0"/>
        </a:xfrm>
      </p:grpSpPr>
      <p:sp>
        <p:nvSpPr>
          <p:cNvPr id="161" name="Google Shape;161;p21"/>
          <p:cNvSpPr txBox="1"/>
          <p:nvPr>
            <p:ph type="body" idx="1"/>
          </p:nvPr>
        </p:nvSpPr>
        <p:spPr>
          <a:xfrm>
            <a:off x="1576275" y="1367175"/>
            <a:ext cx="3482400" cy="3382500"/>
          </a:xfrm>
          <a:prstGeom prst="rect">
            <a:avLst/>
          </a:prstGeom>
        </p:spPr>
        <p:txBody>
          <a:bodyPr spcFirstLastPara="1" wrap="square" lIns="91425" tIns="91425" rIns="91425" bIns="91425" anchor="t" anchorCtr="0">
            <a:noAutofit/>
          </a:bodyPr>
          <a:lstStyle/>
          <a:p>
            <a:pPr marL="0" lvl="0" indent="0" rtl="0">
              <a:spcBef>
                <a:spcPts val="600"/>
              </a:spcBef>
              <a:spcAft>
                <a:spcPts val="0"/>
              </a:spcAft>
              <a:buNone/>
            </a:pPr>
            <a:r>
              <a:rPr lang="en-US" altLang="en-GB" b="1"/>
              <a:t>Bread  </a:t>
            </a:r>
            <a:endParaRPr b="1"/>
          </a:p>
          <a:p>
            <a:pPr marL="0" lvl="0" indent="0">
              <a:spcBef>
                <a:spcPts val="600"/>
              </a:spcBef>
              <a:spcAft>
                <a:spcPts val="0"/>
              </a:spcAft>
              <a:buNone/>
            </a:pPr>
            <a:r>
              <a:rPr lang="en-US" altLang="en-GB"/>
              <a:t>Jupyter Notebook, or Notebook type app, allows users to view the results of the code in-line without the dependency of other parts of the code.</a:t>
            </a:r>
            <a:endParaRPr lang="en-US" altLang="en-GB"/>
          </a:p>
        </p:txBody>
      </p:sp>
      <p:sp>
        <p:nvSpPr>
          <p:cNvPr id="162" name="Google Shape;162;p21"/>
          <p:cNvSpPr txBox="1"/>
          <p:nvPr>
            <p:ph type="title"/>
          </p:nvPr>
        </p:nvSpPr>
        <p:spPr>
          <a:xfrm>
            <a:off x="1182200" y="393475"/>
            <a:ext cx="6739500" cy="8067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r>
              <a:rPr lang="en-US" altLang="en-GB"/>
              <a:t>“THE” NOTEBOOK</a:t>
            </a:r>
            <a:endParaRPr lang="en-US" altLang="en-GB"/>
          </a:p>
        </p:txBody>
      </p:sp>
      <p:sp>
        <p:nvSpPr>
          <p:cNvPr id="163" name="Google Shape;163;p21"/>
          <p:cNvSpPr txBox="1"/>
          <p:nvPr>
            <p:ph type="body" idx="2"/>
          </p:nvPr>
        </p:nvSpPr>
        <p:spPr>
          <a:xfrm>
            <a:off x="5268071" y="1367175"/>
            <a:ext cx="3482400" cy="3382500"/>
          </a:xfrm>
          <a:prstGeom prst="rect">
            <a:avLst/>
          </a:prstGeom>
        </p:spPr>
        <p:txBody>
          <a:bodyPr spcFirstLastPara="1" wrap="square" lIns="91425" tIns="91425" rIns="91425" bIns="91425" anchor="t" anchorCtr="0">
            <a:noAutofit/>
          </a:bodyPr>
          <a:lstStyle/>
          <a:p>
            <a:pPr marL="0" lvl="0" indent="0">
              <a:spcBef>
                <a:spcPts val="600"/>
              </a:spcBef>
              <a:spcAft>
                <a:spcPts val="0"/>
              </a:spcAft>
              <a:buNone/>
            </a:pPr>
            <a:r>
              <a:rPr lang="en-US" altLang="en-GB" b="1">
                <a:sym typeface="+mn-ea"/>
              </a:rPr>
              <a:t>and Butter</a:t>
            </a:r>
            <a:endParaRPr lang="en-US" altLang="en-GB" b="1">
              <a:sym typeface="+mn-ea"/>
            </a:endParaRPr>
          </a:p>
          <a:p>
            <a:pPr marL="0" lvl="0" indent="0">
              <a:spcBef>
                <a:spcPts val="600"/>
              </a:spcBef>
              <a:spcAft>
                <a:spcPts val="0"/>
              </a:spcAft>
              <a:buNone/>
            </a:pPr>
            <a:r>
              <a:rPr lang="en-US" altLang="en-GB"/>
              <a:t>Jupyter Notebook can be processed by any several languages, and can be converted to any file formats such as Markdown, HTML, PDF, and others.</a:t>
            </a:r>
            <a:endParaRPr lang="en-US" altLang="en-GB"/>
          </a:p>
        </p:txBody>
      </p:sp>
      <p:sp>
        <p:nvSpPr>
          <p:cNvPr id="164" name="Google Shape;164;p21"/>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GB"/>
            </a:fld>
            <a:endParaRPr lang="en-GB"/>
          </a:p>
        </p:txBody>
      </p:sp>
      <p:grpSp>
        <p:nvGrpSpPr>
          <p:cNvPr id="165" name="Google Shape;165;p21"/>
          <p:cNvGrpSpPr/>
          <p:nvPr/>
        </p:nvGrpSpPr>
        <p:grpSpPr>
          <a:xfrm>
            <a:off x="8247163" y="629034"/>
            <a:ext cx="205851" cy="335576"/>
            <a:chOff x="6730350" y="2315900"/>
            <a:chExt cx="257700" cy="420100"/>
          </a:xfrm>
        </p:grpSpPr>
        <p:sp>
          <p:nvSpPr>
            <p:cNvPr id="166" name="Google Shape;166;p21"/>
            <p:cNvSpPr/>
            <p:nvPr/>
          </p:nvSpPr>
          <p:spPr>
            <a:xfrm>
              <a:off x="6807900" y="2671250"/>
              <a:ext cx="102600" cy="22625"/>
            </a:xfrm>
            <a:custGeom>
              <a:avLst/>
              <a:gdLst/>
              <a:ahLst/>
              <a:cxnLst/>
              <a:pathLst>
                <a:path w="4104" h="905" extrusionOk="0">
                  <a:moveTo>
                    <a:pt x="1" y="1"/>
                  </a:moveTo>
                  <a:lnTo>
                    <a:pt x="1" y="905"/>
                  </a:lnTo>
                  <a:lnTo>
                    <a:pt x="4104" y="905"/>
                  </a:lnTo>
                  <a:lnTo>
                    <a:pt x="4104"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67" name="Google Shape;167;p21"/>
            <p:cNvSpPr/>
            <p:nvPr/>
          </p:nvSpPr>
          <p:spPr>
            <a:xfrm>
              <a:off x="6807900" y="2636450"/>
              <a:ext cx="102600" cy="22625"/>
            </a:xfrm>
            <a:custGeom>
              <a:avLst/>
              <a:gdLst/>
              <a:ahLst/>
              <a:cxnLst/>
              <a:pathLst>
                <a:path w="4104" h="905" extrusionOk="0">
                  <a:moveTo>
                    <a:pt x="1" y="1"/>
                  </a:moveTo>
                  <a:lnTo>
                    <a:pt x="1" y="905"/>
                  </a:lnTo>
                  <a:lnTo>
                    <a:pt x="4104" y="905"/>
                  </a:lnTo>
                  <a:lnTo>
                    <a:pt x="4104"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68" name="Google Shape;168;p21"/>
            <p:cNvSpPr/>
            <p:nvPr/>
          </p:nvSpPr>
          <p:spPr>
            <a:xfrm>
              <a:off x="6807900" y="2706075"/>
              <a:ext cx="102600" cy="29925"/>
            </a:xfrm>
            <a:custGeom>
              <a:avLst/>
              <a:gdLst/>
              <a:ahLst/>
              <a:cxnLst/>
              <a:pathLst>
                <a:path w="4104" h="1197" extrusionOk="0">
                  <a:moveTo>
                    <a:pt x="1" y="0"/>
                  </a:moveTo>
                  <a:lnTo>
                    <a:pt x="1" y="171"/>
                  </a:lnTo>
                  <a:lnTo>
                    <a:pt x="25" y="318"/>
                  </a:lnTo>
                  <a:lnTo>
                    <a:pt x="98" y="464"/>
                  </a:lnTo>
                  <a:lnTo>
                    <a:pt x="196" y="586"/>
                  </a:lnTo>
                  <a:lnTo>
                    <a:pt x="343" y="660"/>
                  </a:lnTo>
                  <a:lnTo>
                    <a:pt x="1881" y="1172"/>
                  </a:lnTo>
                  <a:lnTo>
                    <a:pt x="2052" y="1197"/>
                  </a:lnTo>
                  <a:lnTo>
                    <a:pt x="2223" y="1172"/>
                  </a:lnTo>
                  <a:lnTo>
                    <a:pt x="3762" y="660"/>
                  </a:lnTo>
                  <a:lnTo>
                    <a:pt x="3908" y="586"/>
                  </a:lnTo>
                  <a:lnTo>
                    <a:pt x="4006" y="464"/>
                  </a:lnTo>
                  <a:lnTo>
                    <a:pt x="4079" y="318"/>
                  </a:lnTo>
                  <a:lnTo>
                    <a:pt x="4104" y="171"/>
                  </a:lnTo>
                  <a:lnTo>
                    <a:pt x="4104" y="0"/>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69" name="Google Shape;169;p21"/>
            <p:cNvSpPr/>
            <p:nvPr/>
          </p:nvSpPr>
          <p:spPr>
            <a:xfrm>
              <a:off x="6811575" y="2463675"/>
              <a:ext cx="95275" cy="160600"/>
            </a:xfrm>
            <a:custGeom>
              <a:avLst/>
              <a:gdLst/>
              <a:ahLst/>
              <a:cxnLst/>
              <a:pathLst>
                <a:path w="3811" h="6424" extrusionOk="0">
                  <a:moveTo>
                    <a:pt x="1905" y="0"/>
                  </a:moveTo>
                  <a:lnTo>
                    <a:pt x="928" y="831"/>
                  </a:lnTo>
                  <a:lnTo>
                    <a:pt x="855" y="879"/>
                  </a:lnTo>
                  <a:lnTo>
                    <a:pt x="782" y="904"/>
                  </a:lnTo>
                  <a:lnTo>
                    <a:pt x="684" y="879"/>
                  </a:lnTo>
                  <a:lnTo>
                    <a:pt x="611" y="831"/>
                  </a:lnTo>
                  <a:lnTo>
                    <a:pt x="0" y="318"/>
                  </a:lnTo>
                  <a:lnTo>
                    <a:pt x="1319" y="6423"/>
                  </a:lnTo>
                  <a:lnTo>
                    <a:pt x="2491" y="6423"/>
                  </a:lnTo>
                  <a:lnTo>
                    <a:pt x="3810" y="318"/>
                  </a:lnTo>
                  <a:lnTo>
                    <a:pt x="3200" y="831"/>
                  </a:lnTo>
                  <a:lnTo>
                    <a:pt x="3126" y="879"/>
                  </a:lnTo>
                  <a:lnTo>
                    <a:pt x="3029" y="904"/>
                  </a:lnTo>
                  <a:lnTo>
                    <a:pt x="2955" y="879"/>
                  </a:lnTo>
                  <a:lnTo>
                    <a:pt x="2882" y="831"/>
                  </a:lnTo>
                  <a:lnTo>
                    <a:pt x="1905" y="0"/>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70" name="Google Shape;170;p21"/>
            <p:cNvSpPr/>
            <p:nvPr/>
          </p:nvSpPr>
          <p:spPr>
            <a:xfrm>
              <a:off x="6730350" y="2315900"/>
              <a:ext cx="257700" cy="308375"/>
            </a:xfrm>
            <a:custGeom>
              <a:avLst/>
              <a:gdLst/>
              <a:ahLst/>
              <a:cxnLst/>
              <a:pathLst>
                <a:path w="10308" h="12335" extrusionOk="0">
                  <a:moveTo>
                    <a:pt x="5154" y="1"/>
                  </a:moveTo>
                  <a:lnTo>
                    <a:pt x="4617" y="25"/>
                  </a:lnTo>
                  <a:lnTo>
                    <a:pt x="4128" y="98"/>
                  </a:lnTo>
                  <a:lnTo>
                    <a:pt x="3615" y="245"/>
                  </a:lnTo>
                  <a:lnTo>
                    <a:pt x="3151" y="416"/>
                  </a:lnTo>
                  <a:lnTo>
                    <a:pt x="2712" y="636"/>
                  </a:lnTo>
                  <a:lnTo>
                    <a:pt x="2272" y="880"/>
                  </a:lnTo>
                  <a:lnTo>
                    <a:pt x="1881" y="1173"/>
                  </a:lnTo>
                  <a:lnTo>
                    <a:pt x="1515" y="1515"/>
                  </a:lnTo>
                  <a:lnTo>
                    <a:pt x="1198" y="1881"/>
                  </a:lnTo>
                  <a:lnTo>
                    <a:pt x="880" y="2272"/>
                  </a:lnTo>
                  <a:lnTo>
                    <a:pt x="636" y="2687"/>
                  </a:lnTo>
                  <a:lnTo>
                    <a:pt x="416" y="3151"/>
                  </a:lnTo>
                  <a:lnTo>
                    <a:pt x="245" y="3615"/>
                  </a:lnTo>
                  <a:lnTo>
                    <a:pt x="123" y="4104"/>
                  </a:lnTo>
                  <a:lnTo>
                    <a:pt x="50" y="4617"/>
                  </a:lnTo>
                  <a:lnTo>
                    <a:pt x="1" y="5154"/>
                  </a:lnTo>
                  <a:lnTo>
                    <a:pt x="25" y="5423"/>
                  </a:lnTo>
                  <a:lnTo>
                    <a:pt x="50" y="5691"/>
                  </a:lnTo>
                  <a:lnTo>
                    <a:pt x="123" y="6204"/>
                  </a:lnTo>
                  <a:lnTo>
                    <a:pt x="245" y="6693"/>
                  </a:lnTo>
                  <a:lnTo>
                    <a:pt x="416" y="7132"/>
                  </a:lnTo>
                  <a:lnTo>
                    <a:pt x="636" y="7572"/>
                  </a:lnTo>
                  <a:lnTo>
                    <a:pt x="856" y="7963"/>
                  </a:lnTo>
                  <a:lnTo>
                    <a:pt x="1100" y="8353"/>
                  </a:lnTo>
                  <a:lnTo>
                    <a:pt x="1369" y="8744"/>
                  </a:lnTo>
                  <a:lnTo>
                    <a:pt x="1906" y="9526"/>
                  </a:lnTo>
                  <a:lnTo>
                    <a:pt x="2150" y="9941"/>
                  </a:lnTo>
                  <a:lnTo>
                    <a:pt x="2394" y="10356"/>
                  </a:lnTo>
                  <a:lnTo>
                    <a:pt x="2614" y="10796"/>
                  </a:lnTo>
                  <a:lnTo>
                    <a:pt x="2810" y="11284"/>
                  </a:lnTo>
                  <a:lnTo>
                    <a:pt x="2980" y="11797"/>
                  </a:lnTo>
                  <a:lnTo>
                    <a:pt x="3103" y="12334"/>
                  </a:lnTo>
                  <a:lnTo>
                    <a:pt x="4079" y="12334"/>
                  </a:lnTo>
                  <a:lnTo>
                    <a:pt x="3249" y="8500"/>
                  </a:lnTo>
                  <a:lnTo>
                    <a:pt x="2663" y="5642"/>
                  </a:lnTo>
                  <a:lnTo>
                    <a:pt x="2663" y="5520"/>
                  </a:lnTo>
                  <a:lnTo>
                    <a:pt x="2712" y="5423"/>
                  </a:lnTo>
                  <a:lnTo>
                    <a:pt x="2785" y="5374"/>
                  </a:lnTo>
                  <a:lnTo>
                    <a:pt x="2883" y="5349"/>
                  </a:lnTo>
                  <a:lnTo>
                    <a:pt x="2956" y="5349"/>
                  </a:lnTo>
                  <a:lnTo>
                    <a:pt x="3054" y="5398"/>
                  </a:lnTo>
                  <a:lnTo>
                    <a:pt x="4031" y="6253"/>
                  </a:lnTo>
                  <a:lnTo>
                    <a:pt x="4983" y="5398"/>
                  </a:lnTo>
                  <a:lnTo>
                    <a:pt x="5081" y="5349"/>
                  </a:lnTo>
                  <a:lnTo>
                    <a:pt x="5227" y="5349"/>
                  </a:lnTo>
                  <a:lnTo>
                    <a:pt x="5325" y="5398"/>
                  </a:lnTo>
                  <a:lnTo>
                    <a:pt x="6278" y="6253"/>
                  </a:lnTo>
                  <a:lnTo>
                    <a:pt x="7254" y="5398"/>
                  </a:lnTo>
                  <a:lnTo>
                    <a:pt x="7352" y="5349"/>
                  </a:lnTo>
                  <a:lnTo>
                    <a:pt x="7425" y="5349"/>
                  </a:lnTo>
                  <a:lnTo>
                    <a:pt x="7523" y="5374"/>
                  </a:lnTo>
                  <a:lnTo>
                    <a:pt x="7596" y="5423"/>
                  </a:lnTo>
                  <a:lnTo>
                    <a:pt x="7645" y="5520"/>
                  </a:lnTo>
                  <a:lnTo>
                    <a:pt x="7645" y="5642"/>
                  </a:lnTo>
                  <a:lnTo>
                    <a:pt x="7059" y="8500"/>
                  </a:lnTo>
                  <a:lnTo>
                    <a:pt x="6229" y="12334"/>
                  </a:lnTo>
                  <a:lnTo>
                    <a:pt x="7206" y="12334"/>
                  </a:lnTo>
                  <a:lnTo>
                    <a:pt x="7328" y="11797"/>
                  </a:lnTo>
                  <a:lnTo>
                    <a:pt x="7499" y="11284"/>
                  </a:lnTo>
                  <a:lnTo>
                    <a:pt x="7694" y="10796"/>
                  </a:lnTo>
                  <a:lnTo>
                    <a:pt x="7914" y="10356"/>
                  </a:lnTo>
                  <a:lnTo>
                    <a:pt x="8158" y="9941"/>
                  </a:lnTo>
                  <a:lnTo>
                    <a:pt x="8402" y="9526"/>
                  </a:lnTo>
                  <a:lnTo>
                    <a:pt x="8940" y="8744"/>
                  </a:lnTo>
                  <a:lnTo>
                    <a:pt x="9208" y="8353"/>
                  </a:lnTo>
                  <a:lnTo>
                    <a:pt x="9453" y="7963"/>
                  </a:lnTo>
                  <a:lnTo>
                    <a:pt x="9672" y="7572"/>
                  </a:lnTo>
                  <a:lnTo>
                    <a:pt x="9892" y="7132"/>
                  </a:lnTo>
                  <a:lnTo>
                    <a:pt x="10063" y="6693"/>
                  </a:lnTo>
                  <a:lnTo>
                    <a:pt x="10185" y="6204"/>
                  </a:lnTo>
                  <a:lnTo>
                    <a:pt x="10259" y="5691"/>
                  </a:lnTo>
                  <a:lnTo>
                    <a:pt x="10283" y="5423"/>
                  </a:lnTo>
                  <a:lnTo>
                    <a:pt x="10307" y="5154"/>
                  </a:lnTo>
                  <a:lnTo>
                    <a:pt x="10259" y="4617"/>
                  </a:lnTo>
                  <a:lnTo>
                    <a:pt x="10185" y="4104"/>
                  </a:lnTo>
                  <a:lnTo>
                    <a:pt x="10063" y="3615"/>
                  </a:lnTo>
                  <a:lnTo>
                    <a:pt x="9892" y="3151"/>
                  </a:lnTo>
                  <a:lnTo>
                    <a:pt x="9672" y="2687"/>
                  </a:lnTo>
                  <a:lnTo>
                    <a:pt x="9428" y="2272"/>
                  </a:lnTo>
                  <a:lnTo>
                    <a:pt x="9111" y="1881"/>
                  </a:lnTo>
                  <a:lnTo>
                    <a:pt x="8793" y="1515"/>
                  </a:lnTo>
                  <a:lnTo>
                    <a:pt x="8427" y="1173"/>
                  </a:lnTo>
                  <a:lnTo>
                    <a:pt x="8036" y="880"/>
                  </a:lnTo>
                  <a:lnTo>
                    <a:pt x="7596" y="636"/>
                  </a:lnTo>
                  <a:lnTo>
                    <a:pt x="7157" y="416"/>
                  </a:lnTo>
                  <a:lnTo>
                    <a:pt x="6693" y="245"/>
                  </a:lnTo>
                  <a:lnTo>
                    <a:pt x="6180" y="98"/>
                  </a:lnTo>
                  <a:lnTo>
                    <a:pt x="5691" y="25"/>
                  </a:lnTo>
                  <a:lnTo>
                    <a:pt x="5154"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grpSp>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94" name="Shape 194"/>
        <p:cNvGrpSpPr/>
        <p:nvPr/>
      </p:nvGrpSpPr>
      <p:grpSpPr>
        <a:xfrm>
          <a:off x="0" y="0"/>
          <a:ext cx="0" cy="0"/>
          <a:chOff x="0" y="0"/>
          <a:chExt cx="0" cy="0"/>
        </a:xfrm>
      </p:grpSpPr>
      <p:sp>
        <p:nvSpPr>
          <p:cNvPr id="195" name="Google Shape;195;p24"/>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GB"/>
            </a:fld>
            <a:endParaRPr lang="en-GB"/>
          </a:p>
        </p:txBody>
      </p:sp>
      <p:sp>
        <p:nvSpPr>
          <p:cNvPr id="196" name="Google Shape;196;p24"/>
          <p:cNvSpPr/>
          <p:nvPr/>
        </p:nvSpPr>
        <p:spPr>
          <a:xfrm>
            <a:off x="6393300" y="1393200"/>
            <a:ext cx="2357100" cy="2357100"/>
          </a:xfrm>
          <a:prstGeom prst="rect">
            <a:avLst/>
          </a:prstGeom>
          <a:solidFill>
            <a:srgbClr val="FFB000"/>
          </a:solidFill>
          <a:ln>
            <a:noFill/>
          </a:ln>
          <a:effectLst>
            <a:outerShdw blurRad="214313" dist="47625" dir="5400000" algn="bl" rotWithShape="0">
              <a:srgbClr val="000000">
                <a:alpha val="20000"/>
              </a:srgbClr>
            </a:outerShdw>
          </a:effectLst>
        </p:spPr>
        <p:txBody>
          <a:bodyPr spcFirstLastPara="1" wrap="square" lIns="91425" tIns="91425" rIns="91425" bIns="91425" anchor="ctr" anchorCtr="0">
            <a:noAutofit/>
          </a:bodyPr>
          <a:lstStyle/>
          <a:p>
            <a:pPr marL="0" lvl="0" indent="0">
              <a:spcBef>
                <a:spcPts val="0"/>
              </a:spcBef>
              <a:spcAft>
                <a:spcPts val="0"/>
              </a:spcAft>
              <a:buClr>
                <a:schemeClr val="dk1"/>
              </a:buClr>
              <a:buSzPts val="1100"/>
              <a:buFont typeface="Arial" panose="020B0604020202020204"/>
              <a:buNone/>
            </a:pPr>
            <a:r>
              <a:rPr lang="en-US" sz="2200">
                <a:solidFill>
                  <a:schemeClr val="lt1"/>
                </a:solidFill>
                <a:latin typeface="Barlow" panose="00000500000000000000"/>
                <a:ea typeface="Barlow" panose="00000500000000000000"/>
                <a:cs typeface="Barlow" panose="00000500000000000000"/>
                <a:sym typeface="Barlow" panose="00000500000000000000"/>
              </a:rPr>
              <a:t>Every cell of the code can be potentially checked at any time to draw an output. </a:t>
            </a:r>
            <a:endParaRPr lang="en-US" sz="2200">
              <a:solidFill>
                <a:schemeClr val="lt1"/>
              </a:solidFill>
              <a:latin typeface="Barlow" panose="00000500000000000000"/>
              <a:ea typeface="Barlow" panose="00000500000000000000"/>
              <a:cs typeface="Barlow" panose="00000500000000000000"/>
              <a:sym typeface="Barlow" panose="00000500000000000000"/>
            </a:endParaRPr>
          </a:p>
        </p:txBody>
      </p:sp>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15" name="Shape 115"/>
        <p:cNvGrpSpPr/>
        <p:nvPr/>
      </p:nvGrpSpPr>
      <p:grpSpPr>
        <a:xfrm>
          <a:off x="0" y="0"/>
          <a:ext cx="0" cy="0"/>
          <a:chOff x="0" y="0"/>
          <a:chExt cx="0" cy="0"/>
        </a:xfrm>
      </p:grpSpPr>
      <p:sp>
        <p:nvSpPr>
          <p:cNvPr id="116" name="Google Shape;116;p17"/>
          <p:cNvSpPr txBox="1"/>
          <p:nvPr>
            <p:ph type="ctrTitle"/>
          </p:nvPr>
        </p:nvSpPr>
        <p:spPr>
          <a:xfrm>
            <a:off x="2935400" y="1846200"/>
            <a:ext cx="5814900" cy="9108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US" altLang="en-GB"/>
              <a:t>TABLEAU</a:t>
            </a:r>
            <a:endParaRPr lang="en-US" altLang="en-GB"/>
          </a:p>
        </p:txBody>
      </p:sp>
      <p:sp>
        <p:nvSpPr>
          <p:cNvPr id="117" name="Google Shape;117;p17"/>
          <p:cNvSpPr txBox="1"/>
          <p:nvPr>
            <p:ph type="subTitle" idx="1"/>
          </p:nvPr>
        </p:nvSpPr>
        <p:spPr>
          <a:xfrm>
            <a:off x="2935400" y="2604625"/>
            <a:ext cx="5814900" cy="451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altLang="en-GB"/>
              <a:t>Candidate for ultimate BI (graph) tools</a:t>
            </a:r>
            <a:endParaRPr lang="en-US" altLang="en-GB"/>
          </a:p>
        </p:txBody>
      </p:sp>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60" name="Shape 160"/>
        <p:cNvGrpSpPr/>
        <p:nvPr/>
      </p:nvGrpSpPr>
      <p:grpSpPr>
        <a:xfrm>
          <a:off x="0" y="0"/>
          <a:ext cx="0" cy="0"/>
          <a:chOff x="0" y="0"/>
          <a:chExt cx="0" cy="0"/>
        </a:xfrm>
      </p:grpSpPr>
      <p:sp>
        <p:nvSpPr>
          <p:cNvPr id="161" name="Google Shape;161;p21"/>
          <p:cNvSpPr txBox="1"/>
          <p:nvPr>
            <p:ph type="body" idx="1"/>
          </p:nvPr>
        </p:nvSpPr>
        <p:spPr>
          <a:xfrm>
            <a:off x="1576275" y="1367175"/>
            <a:ext cx="3482400" cy="3382500"/>
          </a:xfrm>
          <a:prstGeom prst="rect">
            <a:avLst/>
          </a:prstGeom>
        </p:spPr>
        <p:txBody>
          <a:bodyPr spcFirstLastPara="1" wrap="square" lIns="91425" tIns="91425" rIns="91425" bIns="91425" anchor="t" anchorCtr="0">
            <a:noAutofit/>
          </a:bodyPr>
          <a:lstStyle/>
          <a:p>
            <a:pPr marL="0" lvl="0" indent="0" rtl="0">
              <a:spcBef>
                <a:spcPts val="600"/>
              </a:spcBef>
              <a:spcAft>
                <a:spcPts val="0"/>
              </a:spcAft>
              <a:buNone/>
            </a:pPr>
            <a:r>
              <a:rPr lang="en-US" altLang="en-GB" b="1"/>
              <a:t>Ease of use  </a:t>
            </a:r>
            <a:endParaRPr b="1"/>
          </a:p>
          <a:p>
            <a:pPr marL="0" lvl="0" indent="0">
              <a:spcBef>
                <a:spcPts val="600"/>
              </a:spcBef>
              <a:spcAft>
                <a:spcPts val="0"/>
              </a:spcAft>
              <a:buNone/>
            </a:pPr>
            <a:r>
              <a:rPr lang="en-US" altLang="en-GB"/>
              <a:t>With Tableau, you can bring many types of data like Excel, SQL, or even from cloud in just a few clicks.</a:t>
            </a:r>
            <a:endParaRPr lang="en-US" altLang="en-GB"/>
          </a:p>
        </p:txBody>
      </p:sp>
      <p:sp>
        <p:nvSpPr>
          <p:cNvPr id="162" name="Google Shape;162;p21"/>
          <p:cNvSpPr txBox="1"/>
          <p:nvPr>
            <p:ph type="title"/>
          </p:nvPr>
        </p:nvSpPr>
        <p:spPr>
          <a:xfrm>
            <a:off x="1182200" y="393475"/>
            <a:ext cx="6739500" cy="8067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r>
              <a:rPr lang="en-US" altLang="en-GB"/>
              <a:t>APPLICATION THAT SPECIALIZE IN VISUALIZATION</a:t>
            </a:r>
            <a:endParaRPr lang="en-US" altLang="en-GB"/>
          </a:p>
        </p:txBody>
      </p:sp>
      <p:sp>
        <p:nvSpPr>
          <p:cNvPr id="163" name="Google Shape;163;p21"/>
          <p:cNvSpPr txBox="1"/>
          <p:nvPr>
            <p:ph type="body" idx="2"/>
          </p:nvPr>
        </p:nvSpPr>
        <p:spPr>
          <a:xfrm>
            <a:off x="5268071" y="1367175"/>
            <a:ext cx="3482400" cy="3382500"/>
          </a:xfrm>
          <a:prstGeom prst="rect">
            <a:avLst/>
          </a:prstGeom>
        </p:spPr>
        <p:txBody>
          <a:bodyPr spcFirstLastPara="1" wrap="square" lIns="91425" tIns="91425" rIns="91425" bIns="91425" anchor="t" anchorCtr="0">
            <a:noAutofit/>
          </a:bodyPr>
          <a:lstStyle/>
          <a:p>
            <a:pPr marL="0" lvl="0" indent="0">
              <a:spcBef>
                <a:spcPts val="600"/>
              </a:spcBef>
              <a:spcAft>
                <a:spcPts val="0"/>
              </a:spcAft>
              <a:buNone/>
            </a:pPr>
            <a:r>
              <a:rPr lang="en-US" altLang="en-GB" b="1">
                <a:sym typeface="+mn-ea"/>
              </a:rPr>
              <a:t>Visuals</a:t>
            </a:r>
            <a:endParaRPr lang="en-US" altLang="en-GB" b="1">
              <a:sym typeface="+mn-ea"/>
            </a:endParaRPr>
          </a:p>
          <a:p>
            <a:pPr marL="0" lvl="0" indent="0">
              <a:spcBef>
                <a:spcPts val="600"/>
              </a:spcBef>
              <a:spcAft>
                <a:spcPts val="0"/>
              </a:spcAft>
              <a:buNone/>
            </a:pPr>
            <a:r>
              <a:rPr lang="en-US" altLang="en-GB"/>
              <a:t>Tableau provide beautiful dashboards and reports.</a:t>
            </a:r>
            <a:endParaRPr lang="en-US" altLang="en-GB"/>
          </a:p>
        </p:txBody>
      </p:sp>
      <p:sp>
        <p:nvSpPr>
          <p:cNvPr id="164" name="Google Shape;164;p21"/>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GB"/>
            </a:fld>
            <a:endParaRPr lang="en-GB"/>
          </a:p>
        </p:txBody>
      </p:sp>
      <p:grpSp>
        <p:nvGrpSpPr>
          <p:cNvPr id="165" name="Google Shape;165;p21"/>
          <p:cNvGrpSpPr/>
          <p:nvPr/>
        </p:nvGrpSpPr>
        <p:grpSpPr>
          <a:xfrm>
            <a:off x="8247163" y="629034"/>
            <a:ext cx="205851" cy="335576"/>
            <a:chOff x="6730350" y="2315900"/>
            <a:chExt cx="257700" cy="420100"/>
          </a:xfrm>
        </p:grpSpPr>
        <p:sp>
          <p:nvSpPr>
            <p:cNvPr id="166" name="Google Shape;166;p21"/>
            <p:cNvSpPr/>
            <p:nvPr/>
          </p:nvSpPr>
          <p:spPr>
            <a:xfrm>
              <a:off x="6807900" y="2671250"/>
              <a:ext cx="102600" cy="22625"/>
            </a:xfrm>
            <a:custGeom>
              <a:avLst/>
              <a:gdLst/>
              <a:ahLst/>
              <a:cxnLst/>
              <a:pathLst>
                <a:path w="4104" h="905" extrusionOk="0">
                  <a:moveTo>
                    <a:pt x="1" y="1"/>
                  </a:moveTo>
                  <a:lnTo>
                    <a:pt x="1" y="905"/>
                  </a:lnTo>
                  <a:lnTo>
                    <a:pt x="4104" y="905"/>
                  </a:lnTo>
                  <a:lnTo>
                    <a:pt x="4104"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67" name="Google Shape;167;p21"/>
            <p:cNvSpPr/>
            <p:nvPr/>
          </p:nvSpPr>
          <p:spPr>
            <a:xfrm>
              <a:off x="6807900" y="2636450"/>
              <a:ext cx="102600" cy="22625"/>
            </a:xfrm>
            <a:custGeom>
              <a:avLst/>
              <a:gdLst/>
              <a:ahLst/>
              <a:cxnLst/>
              <a:pathLst>
                <a:path w="4104" h="905" extrusionOk="0">
                  <a:moveTo>
                    <a:pt x="1" y="1"/>
                  </a:moveTo>
                  <a:lnTo>
                    <a:pt x="1" y="905"/>
                  </a:lnTo>
                  <a:lnTo>
                    <a:pt x="4104" y="905"/>
                  </a:lnTo>
                  <a:lnTo>
                    <a:pt x="4104"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68" name="Google Shape;168;p21"/>
            <p:cNvSpPr/>
            <p:nvPr/>
          </p:nvSpPr>
          <p:spPr>
            <a:xfrm>
              <a:off x="6807900" y="2706075"/>
              <a:ext cx="102600" cy="29925"/>
            </a:xfrm>
            <a:custGeom>
              <a:avLst/>
              <a:gdLst/>
              <a:ahLst/>
              <a:cxnLst/>
              <a:pathLst>
                <a:path w="4104" h="1197" extrusionOk="0">
                  <a:moveTo>
                    <a:pt x="1" y="0"/>
                  </a:moveTo>
                  <a:lnTo>
                    <a:pt x="1" y="171"/>
                  </a:lnTo>
                  <a:lnTo>
                    <a:pt x="25" y="318"/>
                  </a:lnTo>
                  <a:lnTo>
                    <a:pt x="98" y="464"/>
                  </a:lnTo>
                  <a:lnTo>
                    <a:pt x="196" y="586"/>
                  </a:lnTo>
                  <a:lnTo>
                    <a:pt x="343" y="660"/>
                  </a:lnTo>
                  <a:lnTo>
                    <a:pt x="1881" y="1172"/>
                  </a:lnTo>
                  <a:lnTo>
                    <a:pt x="2052" y="1197"/>
                  </a:lnTo>
                  <a:lnTo>
                    <a:pt x="2223" y="1172"/>
                  </a:lnTo>
                  <a:lnTo>
                    <a:pt x="3762" y="660"/>
                  </a:lnTo>
                  <a:lnTo>
                    <a:pt x="3908" y="586"/>
                  </a:lnTo>
                  <a:lnTo>
                    <a:pt x="4006" y="464"/>
                  </a:lnTo>
                  <a:lnTo>
                    <a:pt x="4079" y="318"/>
                  </a:lnTo>
                  <a:lnTo>
                    <a:pt x="4104" y="171"/>
                  </a:lnTo>
                  <a:lnTo>
                    <a:pt x="4104" y="0"/>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69" name="Google Shape;169;p21"/>
            <p:cNvSpPr/>
            <p:nvPr/>
          </p:nvSpPr>
          <p:spPr>
            <a:xfrm>
              <a:off x="6811575" y="2463675"/>
              <a:ext cx="95275" cy="160600"/>
            </a:xfrm>
            <a:custGeom>
              <a:avLst/>
              <a:gdLst/>
              <a:ahLst/>
              <a:cxnLst/>
              <a:pathLst>
                <a:path w="3811" h="6424" extrusionOk="0">
                  <a:moveTo>
                    <a:pt x="1905" y="0"/>
                  </a:moveTo>
                  <a:lnTo>
                    <a:pt x="928" y="831"/>
                  </a:lnTo>
                  <a:lnTo>
                    <a:pt x="855" y="879"/>
                  </a:lnTo>
                  <a:lnTo>
                    <a:pt x="782" y="904"/>
                  </a:lnTo>
                  <a:lnTo>
                    <a:pt x="684" y="879"/>
                  </a:lnTo>
                  <a:lnTo>
                    <a:pt x="611" y="831"/>
                  </a:lnTo>
                  <a:lnTo>
                    <a:pt x="0" y="318"/>
                  </a:lnTo>
                  <a:lnTo>
                    <a:pt x="1319" y="6423"/>
                  </a:lnTo>
                  <a:lnTo>
                    <a:pt x="2491" y="6423"/>
                  </a:lnTo>
                  <a:lnTo>
                    <a:pt x="3810" y="318"/>
                  </a:lnTo>
                  <a:lnTo>
                    <a:pt x="3200" y="831"/>
                  </a:lnTo>
                  <a:lnTo>
                    <a:pt x="3126" y="879"/>
                  </a:lnTo>
                  <a:lnTo>
                    <a:pt x="3029" y="904"/>
                  </a:lnTo>
                  <a:lnTo>
                    <a:pt x="2955" y="879"/>
                  </a:lnTo>
                  <a:lnTo>
                    <a:pt x="2882" y="831"/>
                  </a:lnTo>
                  <a:lnTo>
                    <a:pt x="1905" y="0"/>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70" name="Google Shape;170;p21"/>
            <p:cNvSpPr/>
            <p:nvPr/>
          </p:nvSpPr>
          <p:spPr>
            <a:xfrm>
              <a:off x="6730350" y="2315900"/>
              <a:ext cx="257700" cy="308375"/>
            </a:xfrm>
            <a:custGeom>
              <a:avLst/>
              <a:gdLst/>
              <a:ahLst/>
              <a:cxnLst/>
              <a:pathLst>
                <a:path w="10308" h="12335" extrusionOk="0">
                  <a:moveTo>
                    <a:pt x="5154" y="1"/>
                  </a:moveTo>
                  <a:lnTo>
                    <a:pt x="4617" y="25"/>
                  </a:lnTo>
                  <a:lnTo>
                    <a:pt x="4128" y="98"/>
                  </a:lnTo>
                  <a:lnTo>
                    <a:pt x="3615" y="245"/>
                  </a:lnTo>
                  <a:lnTo>
                    <a:pt x="3151" y="416"/>
                  </a:lnTo>
                  <a:lnTo>
                    <a:pt x="2712" y="636"/>
                  </a:lnTo>
                  <a:lnTo>
                    <a:pt x="2272" y="880"/>
                  </a:lnTo>
                  <a:lnTo>
                    <a:pt x="1881" y="1173"/>
                  </a:lnTo>
                  <a:lnTo>
                    <a:pt x="1515" y="1515"/>
                  </a:lnTo>
                  <a:lnTo>
                    <a:pt x="1198" y="1881"/>
                  </a:lnTo>
                  <a:lnTo>
                    <a:pt x="880" y="2272"/>
                  </a:lnTo>
                  <a:lnTo>
                    <a:pt x="636" y="2687"/>
                  </a:lnTo>
                  <a:lnTo>
                    <a:pt x="416" y="3151"/>
                  </a:lnTo>
                  <a:lnTo>
                    <a:pt x="245" y="3615"/>
                  </a:lnTo>
                  <a:lnTo>
                    <a:pt x="123" y="4104"/>
                  </a:lnTo>
                  <a:lnTo>
                    <a:pt x="50" y="4617"/>
                  </a:lnTo>
                  <a:lnTo>
                    <a:pt x="1" y="5154"/>
                  </a:lnTo>
                  <a:lnTo>
                    <a:pt x="25" y="5423"/>
                  </a:lnTo>
                  <a:lnTo>
                    <a:pt x="50" y="5691"/>
                  </a:lnTo>
                  <a:lnTo>
                    <a:pt x="123" y="6204"/>
                  </a:lnTo>
                  <a:lnTo>
                    <a:pt x="245" y="6693"/>
                  </a:lnTo>
                  <a:lnTo>
                    <a:pt x="416" y="7132"/>
                  </a:lnTo>
                  <a:lnTo>
                    <a:pt x="636" y="7572"/>
                  </a:lnTo>
                  <a:lnTo>
                    <a:pt x="856" y="7963"/>
                  </a:lnTo>
                  <a:lnTo>
                    <a:pt x="1100" y="8353"/>
                  </a:lnTo>
                  <a:lnTo>
                    <a:pt x="1369" y="8744"/>
                  </a:lnTo>
                  <a:lnTo>
                    <a:pt x="1906" y="9526"/>
                  </a:lnTo>
                  <a:lnTo>
                    <a:pt x="2150" y="9941"/>
                  </a:lnTo>
                  <a:lnTo>
                    <a:pt x="2394" y="10356"/>
                  </a:lnTo>
                  <a:lnTo>
                    <a:pt x="2614" y="10796"/>
                  </a:lnTo>
                  <a:lnTo>
                    <a:pt x="2810" y="11284"/>
                  </a:lnTo>
                  <a:lnTo>
                    <a:pt x="2980" y="11797"/>
                  </a:lnTo>
                  <a:lnTo>
                    <a:pt x="3103" y="12334"/>
                  </a:lnTo>
                  <a:lnTo>
                    <a:pt x="4079" y="12334"/>
                  </a:lnTo>
                  <a:lnTo>
                    <a:pt x="3249" y="8500"/>
                  </a:lnTo>
                  <a:lnTo>
                    <a:pt x="2663" y="5642"/>
                  </a:lnTo>
                  <a:lnTo>
                    <a:pt x="2663" y="5520"/>
                  </a:lnTo>
                  <a:lnTo>
                    <a:pt x="2712" y="5423"/>
                  </a:lnTo>
                  <a:lnTo>
                    <a:pt x="2785" y="5374"/>
                  </a:lnTo>
                  <a:lnTo>
                    <a:pt x="2883" y="5349"/>
                  </a:lnTo>
                  <a:lnTo>
                    <a:pt x="2956" y="5349"/>
                  </a:lnTo>
                  <a:lnTo>
                    <a:pt x="3054" y="5398"/>
                  </a:lnTo>
                  <a:lnTo>
                    <a:pt x="4031" y="6253"/>
                  </a:lnTo>
                  <a:lnTo>
                    <a:pt x="4983" y="5398"/>
                  </a:lnTo>
                  <a:lnTo>
                    <a:pt x="5081" y="5349"/>
                  </a:lnTo>
                  <a:lnTo>
                    <a:pt x="5227" y="5349"/>
                  </a:lnTo>
                  <a:lnTo>
                    <a:pt x="5325" y="5398"/>
                  </a:lnTo>
                  <a:lnTo>
                    <a:pt x="6278" y="6253"/>
                  </a:lnTo>
                  <a:lnTo>
                    <a:pt x="7254" y="5398"/>
                  </a:lnTo>
                  <a:lnTo>
                    <a:pt x="7352" y="5349"/>
                  </a:lnTo>
                  <a:lnTo>
                    <a:pt x="7425" y="5349"/>
                  </a:lnTo>
                  <a:lnTo>
                    <a:pt x="7523" y="5374"/>
                  </a:lnTo>
                  <a:lnTo>
                    <a:pt x="7596" y="5423"/>
                  </a:lnTo>
                  <a:lnTo>
                    <a:pt x="7645" y="5520"/>
                  </a:lnTo>
                  <a:lnTo>
                    <a:pt x="7645" y="5642"/>
                  </a:lnTo>
                  <a:lnTo>
                    <a:pt x="7059" y="8500"/>
                  </a:lnTo>
                  <a:lnTo>
                    <a:pt x="6229" y="12334"/>
                  </a:lnTo>
                  <a:lnTo>
                    <a:pt x="7206" y="12334"/>
                  </a:lnTo>
                  <a:lnTo>
                    <a:pt x="7328" y="11797"/>
                  </a:lnTo>
                  <a:lnTo>
                    <a:pt x="7499" y="11284"/>
                  </a:lnTo>
                  <a:lnTo>
                    <a:pt x="7694" y="10796"/>
                  </a:lnTo>
                  <a:lnTo>
                    <a:pt x="7914" y="10356"/>
                  </a:lnTo>
                  <a:lnTo>
                    <a:pt x="8158" y="9941"/>
                  </a:lnTo>
                  <a:lnTo>
                    <a:pt x="8402" y="9526"/>
                  </a:lnTo>
                  <a:lnTo>
                    <a:pt x="8940" y="8744"/>
                  </a:lnTo>
                  <a:lnTo>
                    <a:pt x="9208" y="8353"/>
                  </a:lnTo>
                  <a:lnTo>
                    <a:pt x="9453" y="7963"/>
                  </a:lnTo>
                  <a:lnTo>
                    <a:pt x="9672" y="7572"/>
                  </a:lnTo>
                  <a:lnTo>
                    <a:pt x="9892" y="7132"/>
                  </a:lnTo>
                  <a:lnTo>
                    <a:pt x="10063" y="6693"/>
                  </a:lnTo>
                  <a:lnTo>
                    <a:pt x="10185" y="6204"/>
                  </a:lnTo>
                  <a:lnTo>
                    <a:pt x="10259" y="5691"/>
                  </a:lnTo>
                  <a:lnTo>
                    <a:pt x="10283" y="5423"/>
                  </a:lnTo>
                  <a:lnTo>
                    <a:pt x="10307" y="5154"/>
                  </a:lnTo>
                  <a:lnTo>
                    <a:pt x="10259" y="4617"/>
                  </a:lnTo>
                  <a:lnTo>
                    <a:pt x="10185" y="4104"/>
                  </a:lnTo>
                  <a:lnTo>
                    <a:pt x="10063" y="3615"/>
                  </a:lnTo>
                  <a:lnTo>
                    <a:pt x="9892" y="3151"/>
                  </a:lnTo>
                  <a:lnTo>
                    <a:pt x="9672" y="2687"/>
                  </a:lnTo>
                  <a:lnTo>
                    <a:pt x="9428" y="2272"/>
                  </a:lnTo>
                  <a:lnTo>
                    <a:pt x="9111" y="1881"/>
                  </a:lnTo>
                  <a:lnTo>
                    <a:pt x="8793" y="1515"/>
                  </a:lnTo>
                  <a:lnTo>
                    <a:pt x="8427" y="1173"/>
                  </a:lnTo>
                  <a:lnTo>
                    <a:pt x="8036" y="880"/>
                  </a:lnTo>
                  <a:lnTo>
                    <a:pt x="7596" y="636"/>
                  </a:lnTo>
                  <a:lnTo>
                    <a:pt x="7157" y="416"/>
                  </a:lnTo>
                  <a:lnTo>
                    <a:pt x="6693" y="245"/>
                  </a:lnTo>
                  <a:lnTo>
                    <a:pt x="6180" y="98"/>
                  </a:lnTo>
                  <a:lnTo>
                    <a:pt x="5691" y="25"/>
                  </a:lnTo>
                  <a:lnTo>
                    <a:pt x="5154"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grpSp>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94" name="Shape 194"/>
        <p:cNvGrpSpPr/>
        <p:nvPr/>
      </p:nvGrpSpPr>
      <p:grpSpPr>
        <a:xfrm>
          <a:off x="0" y="0"/>
          <a:ext cx="0" cy="0"/>
          <a:chOff x="0" y="0"/>
          <a:chExt cx="0" cy="0"/>
        </a:xfrm>
      </p:grpSpPr>
      <p:sp>
        <p:nvSpPr>
          <p:cNvPr id="195" name="Google Shape;195;p24"/>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GB"/>
            </a:fld>
            <a:endParaRPr lang="en-GB"/>
          </a:p>
        </p:txBody>
      </p:sp>
      <p:sp>
        <p:nvSpPr>
          <p:cNvPr id="196" name="Google Shape;196;p24"/>
          <p:cNvSpPr/>
          <p:nvPr/>
        </p:nvSpPr>
        <p:spPr>
          <a:xfrm>
            <a:off x="6393300" y="1393200"/>
            <a:ext cx="2357100" cy="2357100"/>
          </a:xfrm>
          <a:prstGeom prst="rect">
            <a:avLst/>
          </a:prstGeom>
          <a:solidFill>
            <a:srgbClr val="FFB000"/>
          </a:solidFill>
          <a:ln>
            <a:noFill/>
          </a:ln>
          <a:effectLst>
            <a:outerShdw blurRad="214313" dist="47625" dir="5400000" algn="bl" rotWithShape="0">
              <a:srgbClr val="000000">
                <a:alpha val="20000"/>
              </a:srgbClr>
            </a:outerShdw>
          </a:effectLst>
        </p:spPr>
        <p:txBody>
          <a:bodyPr spcFirstLastPara="1" wrap="square" lIns="91425" tIns="91425" rIns="91425" bIns="91425" anchor="ctr" anchorCtr="0">
            <a:noAutofit/>
          </a:bodyPr>
          <a:lstStyle/>
          <a:p>
            <a:pPr marL="0" lvl="0" indent="0">
              <a:spcBef>
                <a:spcPts val="0"/>
              </a:spcBef>
              <a:spcAft>
                <a:spcPts val="0"/>
              </a:spcAft>
              <a:buClr>
                <a:schemeClr val="dk1"/>
              </a:buClr>
              <a:buSzPts val="1100"/>
              <a:buFont typeface="Arial" panose="020B0604020202020204"/>
              <a:buNone/>
            </a:pPr>
            <a:r>
              <a:rPr lang="en-US" sz="2200">
                <a:solidFill>
                  <a:schemeClr val="lt1"/>
                </a:solidFill>
                <a:latin typeface="Barlow" panose="00000500000000000000"/>
                <a:ea typeface="Barlow" panose="00000500000000000000"/>
                <a:cs typeface="Barlow" panose="00000500000000000000"/>
                <a:sym typeface="Barlow" panose="00000500000000000000"/>
              </a:rPr>
              <a:t>Visual best practices are built in</a:t>
            </a:r>
            <a:endParaRPr lang="en-US" sz="2200">
              <a:solidFill>
                <a:schemeClr val="lt1"/>
              </a:solidFill>
              <a:latin typeface="Barlow" panose="00000500000000000000"/>
              <a:ea typeface="Barlow" panose="00000500000000000000"/>
              <a:cs typeface="Barlow" panose="00000500000000000000"/>
              <a:sym typeface="Barlow" panose="00000500000000000000"/>
            </a:endParaRPr>
          </a:p>
        </p:txBody>
      </p:sp>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40" name="Shape 140"/>
        <p:cNvGrpSpPr/>
        <p:nvPr/>
      </p:nvGrpSpPr>
      <p:grpSpPr>
        <a:xfrm>
          <a:off x="0" y="0"/>
          <a:ext cx="0" cy="0"/>
          <a:chOff x="0" y="0"/>
          <a:chExt cx="0" cy="0"/>
        </a:xfrm>
      </p:grpSpPr>
      <p:sp>
        <p:nvSpPr>
          <p:cNvPr id="141" name="Google Shape;141;p20"/>
          <p:cNvSpPr txBox="1"/>
          <p:nvPr>
            <p:ph type="ctrTitle" idx="4294967295"/>
          </p:nvPr>
        </p:nvSpPr>
        <p:spPr>
          <a:xfrm>
            <a:off x="2114675" y="1811950"/>
            <a:ext cx="5455500" cy="11598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US" altLang="en-GB" sz="7200">
                <a:solidFill>
                  <a:srgbClr val="FFB000"/>
                </a:solidFill>
              </a:rPr>
              <a:t>FOURTH QUESTION</a:t>
            </a:r>
            <a:r>
              <a:rPr lang="en-GB" sz="7200">
                <a:solidFill>
                  <a:srgbClr val="FFB000"/>
                </a:solidFill>
              </a:rPr>
              <a:t> </a:t>
            </a:r>
            <a:endParaRPr lang="en-US" altLang="en-GB" sz="7200">
              <a:solidFill>
                <a:srgbClr val="FFB000"/>
              </a:solidFill>
            </a:endParaRPr>
          </a:p>
        </p:txBody>
      </p:sp>
      <p:sp>
        <p:nvSpPr>
          <p:cNvPr id="142" name="Google Shape;142;p20"/>
          <p:cNvSpPr txBox="1"/>
          <p:nvPr>
            <p:ph type="subTitle" idx="4294967295"/>
          </p:nvPr>
        </p:nvSpPr>
        <p:spPr>
          <a:xfrm>
            <a:off x="2114675" y="3487751"/>
            <a:ext cx="5455500" cy="784800"/>
          </a:xfrm>
          <a:prstGeom prst="rect">
            <a:avLst/>
          </a:prstGeom>
        </p:spPr>
        <p:txBody>
          <a:bodyPr spcFirstLastPara="1" wrap="square" lIns="91425" tIns="91425" rIns="91425" bIns="91425" anchor="t" anchorCtr="0">
            <a:noAutofit/>
          </a:bodyPr>
          <a:lstStyle/>
          <a:p>
            <a:pPr marL="0" lvl="0" indent="0" rtl="0">
              <a:spcBef>
                <a:spcPts val="600"/>
              </a:spcBef>
              <a:spcAft>
                <a:spcPts val="0"/>
              </a:spcAft>
              <a:buNone/>
            </a:pPr>
            <a:r>
              <a:rPr lang="en-US" altLang="en-GB" sz="2200"/>
              <a:t>How could we know the platform that user keenly used to watch? And how do you convince us that user are keenly watch on that platform? </a:t>
            </a:r>
            <a:endParaRPr lang="en-US" altLang="en-GB" sz="2200"/>
          </a:p>
        </p:txBody>
      </p:sp>
      <p:sp>
        <p:nvSpPr>
          <p:cNvPr id="143" name="Google Shape;143;p20"/>
          <p:cNvSpPr/>
          <p:nvPr/>
        </p:nvSpPr>
        <p:spPr>
          <a:xfrm>
            <a:off x="7568290" y="2334064"/>
            <a:ext cx="261878" cy="250050"/>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grpSp>
        <p:nvGrpSpPr>
          <p:cNvPr id="144" name="Google Shape;144;p20"/>
          <p:cNvGrpSpPr/>
          <p:nvPr/>
        </p:nvGrpSpPr>
        <p:grpSpPr>
          <a:xfrm>
            <a:off x="7243253" y="929993"/>
            <a:ext cx="1121957" cy="1122271"/>
            <a:chOff x="6654650" y="3665275"/>
            <a:chExt cx="409100" cy="409125"/>
          </a:xfrm>
        </p:grpSpPr>
        <p:sp>
          <p:nvSpPr>
            <p:cNvPr id="145" name="Google Shape;145;p20"/>
            <p:cNvSpPr/>
            <p:nvPr/>
          </p:nvSpPr>
          <p:spPr>
            <a:xfrm>
              <a:off x="6808525" y="3819150"/>
              <a:ext cx="211875" cy="211900"/>
            </a:xfrm>
            <a:custGeom>
              <a:avLst/>
              <a:gdLst/>
              <a:ahLst/>
              <a:cxnLst/>
              <a:pathLst>
                <a:path w="8475" h="8476" extrusionOk="0">
                  <a:moveTo>
                    <a:pt x="8157" y="0"/>
                  </a:moveTo>
                  <a:lnTo>
                    <a:pt x="7327" y="1075"/>
                  </a:lnTo>
                  <a:lnTo>
                    <a:pt x="6399" y="2150"/>
                  </a:lnTo>
                  <a:lnTo>
                    <a:pt x="5422" y="3249"/>
                  </a:lnTo>
                  <a:lnTo>
                    <a:pt x="4347" y="4348"/>
                  </a:lnTo>
                  <a:lnTo>
                    <a:pt x="3248" y="5422"/>
                  </a:lnTo>
                  <a:lnTo>
                    <a:pt x="2149" y="6399"/>
                  </a:lnTo>
                  <a:lnTo>
                    <a:pt x="1075" y="7327"/>
                  </a:lnTo>
                  <a:lnTo>
                    <a:pt x="0" y="8158"/>
                  </a:lnTo>
                  <a:lnTo>
                    <a:pt x="440" y="8280"/>
                  </a:lnTo>
                  <a:lnTo>
                    <a:pt x="855" y="8377"/>
                  </a:lnTo>
                  <a:lnTo>
                    <a:pt x="1294" y="8426"/>
                  </a:lnTo>
                  <a:lnTo>
                    <a:pt x="1734" y="8475"/>
                  </a:lnTo>
                  <a:lnTo>
                    <a:pt x="2174" y="8475"/>
                  </a:lnTo>
                  <a:lnTo>
                    <a:pt x="2613" y="8451"/>
                  </a:lnTo>
                  <a:lnTo>
                    <a:pt x="3028" y="8402"/>
                  </a:lnTo>
                  <a:lnTo>
                    <a:pt x="3468" y="8304"/>
                  </a:lnTo>
                  <a:lnTo>
                    <a:pt x="3883" y="8207"/>
                  </a:lnTo>
                  <a:lnTo>
                    <a:pt x="4323" y="8060"/>
                  </a:lnTo>
                  <a:lnTo>
                    <a:pt x="4714" y="7889"/>
                  </a:lnTo>
                  <a:lnTo>
                    <a:pt x="5129" y="7694"/>
                  </a:lnTo>
                  <a:lnTo>
                    <a:pt x="5520" y="7449"/>
                  </a:lnTo>
                  <a:lnTo>
                    <a:pt x="5886" y="7205"/>
                  </a:lnTo>
                  <a:lnTo>
                    <a:pt x="6252" y="6912"/>
                  </a:lnTo>
                  <a:lnTo>
                    <a:pt x="6594" y="6595"/>
                  </a:lnTo>
                  <a:lnTo>
                    <a:pt x="6912" y="6253"/>
                  </a:lnTo>
                  <a:lnTo>
                    <a:pt x="7205" y="5886"/>
                  </a:lnTo>
                  <a:lnTo>
                    <a:pt x="7449" y="5520"/>
                  </a:lnTo>
                  <a:lnTo>
                    <a:pt x="7693" y="5129"/>
                  </a:lnTo>
                  <a:lnTo>
                    <a:pt x="7889" y="4714"/>
                  </a:lnTo>
                  <a:lnTo>
                    <a:pt x="8060" y="4323"/>
                  </a:lnTo>
                  <a:lnTo>
                    <a:pt x="8206" y="3884"/>
                  </a:lnTo>
                  <a:lnTo>
                    <a:pt x="8304" y="3468"/>
                  </a:lnTo>
                  <a:lnTo>
                    <a:pt x="8402" y="3029"/>
                  </a:lnTo>
                  <a:lnTo>
                    <a:pt x="8450" y="2614"/>
                  </a:lnTo>
                  <a:lnTo>
                    <a:pt x="8475" y="2174"/>
                  </a:lnTo>
                  <a:lnTo>
                    <a:pt x="8475" y="1734"/>
                  </a:lnTo>
                  <a:lnTo>
                    <a:pt x="8426" y="1295"/>
                  </a:lnTo>
                  <a:lnTo>
                    <a:pt x="8377" y="855"/>
                  </a:lnTo>
                  <a:lnTo>
                    <a:pt x="8279" y="440"/>
                  </a:lnTo>
                  <a:lnTo>
                    <a:pt x="8157" y="0"/>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46" name="Google Shape;146;p20"/>
            <p:cNvSpPr/>
            <p:nvPr/>
          </p:nvSpPr>
          <p:spPr>
            <a:xfrm>
              <a:off x="6654650" y="3665275"/>
              <a:ext cx="409100" cy="409125"/>
            </a:xfrm>
            <a:custGeom>
              <a:avLst/>
              <a:gdLst/>
              <a:ahLst/>
              <a:cxnLst/>
              <a:pathLst>
                <a:path w="16364" h="16365" extrusionOk="0">
                  <a:moveTo>
                    <a:pt x="13580" y="1686"/>
                  </a:moveTo>
                  <a:lnTo>
                    <a:pt x="13677" y="1735"/>
                  </a:lnTo>
                  <a:lnTo>
                    <a:pt x="13775" y="1759"/>
                  </a:lnTo>
                  <a:lnTo>
                    <a:pt x="13848" y="1832"/>
                  </a:lnTo>
                  <a:lnTo>
                    <a:pt x="13897" y="1906"/>
                  </a:lnTo>
                  <a:lnTo>
                    <a:pt x="13946" y="1979"/>
                  </a:lnTo>
                  <a:lnTo>
                    <a:pt x="13970" y="2077"/>
                  </a:lnTo>
                  <a:lnTo>
                    <a:pt x="13995" y="2174"/>
                  </a:lnTo>
                  <a:lnTo>
                    <a:pt x="13995" y="2419"/>
                  </a:lnTo>
                  <a:lnTo>
                    <a:pt x="13922" y="2687"/>
                  </a:lnTo>
                  <a:lnTo>
                    <a:pt x="13824" y="3029"/>
                  </a:lnTo>
                  <a:lnTo>
                    <a:pt x="13677" y="3371"/>
                  </a:lnTo>
                  <a:lnTo>
                    <a:pt x="13482" y="3762"/>
                  </a:lnTo>
                  <a:lnTo>
                    <a:pt x="13238" y="4177"/>
                  </a:lnTo>
                  <a:lnTo>
                    <a:pt x="12993" y="3908"/>
                  </a:lnTo>
                  <a:lnTo>
                    <a:pt x="12749" y="3615"/>
                  </a:lnTo>
                  <a:lnTo>
                    <a:pt x="12407" y="3298"/>
                  </a:lnTo>
                  <a:lnTo>
                    <a:pt x="12041" y="3029"/>
                  </a:lnTo>
                  <a:lnTo>
                    <a:pt x="11675" y="2761"/>
                  </a:lnTo>
                  <a:lnTo>
                    <a:pt x="11308" y="2541"/>
                  </a:lnTo>
                  <a:lnTo>
                    <a:pt x="11748" y="2272"/>
                  </a:lnTo>
                  <a:lnTo>
                    <a:pt x="12187" y="2052"/>
                  </a:lnTo>
                  <a:lnTo>
                    <a:pt x="12554" y="1881"/>
                  </a:lnTo>
                  <a:lnTo>
                    <a:pt x="12920" y="1759"/>
                  </a:lnTo>
                  <a:lnTo>
                    <a:pt x="13213" y="1686"/>
                  </a:lnTo>
                  <a:close/>
                  <a:moveTo>
                    <a:pt x="9721" y="3591"/>
                  </a:moveTo>
                  <a:lnTo>
                    <a:pt x="9794" y="3615"/>
                  </a:lnTo>
                  <a:lnTo>
                    <a:pt x="9916" y="3713"/>
                  </a:lnTo>
                  <a:lnTo>
                    <a:pt x="10014" y="3835"/>
                  </a:lnTo>
                  <a:lnTo>
                    <a:pt x="10038" y="3908"/>
                  </a:lnTo>
                  <a:lnTo>
                    <a:pt x="10038" y="3982"/>
                  </a:lnTo>
                  <a:lnTo>
                    <a:pt x="10038" y="4055"/>
                  </a:lnTo>
                  <a:lnTo>
                    <a:pt x="10014" y="4128"/>
                  </a:lnTo>
                  <a:lnTo>
                    <a:pt x="9916" y="4250"/>
                  </a:lnTo>
                  <a:lnTo>
                    <a:pt x="9794" y="4348"/>
                  </a:lnTo>
                  <a:lnTo>
                    <a:pt x="9721" y="4372"/>
                  </a:lnTo>
                  <a:lnTo>
                    <a:pt x="9574" y="4372"/>
                  </a:lnTo>
                  <a:lnTo>
                    <a:pt x="9501" y="4348"/>
                  </a:lnTo>
                  <a:lnTo>
                    <a:pt x="9379" y="4250"/>
                  </a:lnTo>
                  <a:lnTo>
                    <a:pt x="9281" y="4128"/>
                  </a:lnTo>
                  <a:lnTo>
                    <a:pt x="9257" y="4055"/>
                  </a:lnTo>
                  <a:lnTo>
                    <a:pt x="9257" y="3982"/>
                  </a:lnTo>
                  <a:lnTo>
                    <a:pt x="9257" y="3908"/>
                  </a:lnTo>
                  <a:lnTo>
                    <a:pt x="9281" y="3835"/>
                  </a:lnTo>
                  <a:lnTo>
                    <a:pt x="9379" y="3713"/>
                  </a:lnTo>
                  <a:lnTo>
                    <a:pt x="9501" y="3615"/>
                  </a:lnTo>
                  <a:lnTo>
                    <a:pt x="9574" y="3591"/>
                  </a:lnTo>
                  <a:close/>
                  <a:moveTo>
                    <a:pt x="8182" y="3322"/>
                  </a:moveTo>
                  <a:lnTo>
                    <a:pt x="8304" y="3347"/>
                  </a:lnTo>
                  <a:lnTo>
                    <a:pt x="8402" y="3371"/>
                  </a:lnTo>
                  <a:lnTo>
                    <a:pt x="8500" y="3420"/>
                  </a:lnTo>
                  <a:lnTo>
                    <a:pt x="8597" y="3493"/>
                  </a:lnTo>
                  <a:lnTo>
                    <a:pt x="8671" y="3591"/>
                  </a:lnTo>
                  <a:lnTo>
                    <a:pt x="8719" y="3689"/>
                  </a:lnTo>
                  <a:lnTo>
                    <a:pt x="8768" y="3786"/>
                  </a:lnTo>
                  <a:lnTo>
                    <a:pt x="8768" y="3908"/>
                  </a:lnTo>
                  <a:lnTo>
                    <a:pt x="8768" y="4031"/>
                  </a:lnTo>
                  <a:lnTo>
                    <a:pt x="8719" y="4153"/>
                  </a:lnTo>
                  <a:lnTo>
                    <a:pt x="8671" y="4250"/>
                  </a:lnTo>
                  <a:lnTo>
                    <a:pt x="8597" y="4324"/>
                  </a:lnTo>
                  <a:lnTo>
                    <a:pt x="8500" y="4397"/>
                  </a:lnTo>
                  <a:lnTo>
                    <a:pt x="8402" y="4446"/>
                  </a:lnTo>
                  <a:lnTo>
                    <a:pt x="8304" y="4495"/>
                  </a:lnTo>
                  <a:lnTo>
                    <a:pt x="8060" y="4495"/>
                  </a:lnTo>
                  <a:lnTo>
                    <a:pt x="7962" y="4446"/>
                  </a:lnTo>
                  <a:lnTo>
                    <a:pt x="7865" y="4397"/>
                  </a:lnTo>
                  <a:lnTo>
                    <a:pt x="7767" y="4324"/>
                  </a:lnTo>
                  <a:lnTo>
                    <a:pt x="7694" y="4250"/>
                  </a:lnTo>
                  <a:lnTo>
                    <a:pt x="7645" y="4153"/>
                  </a:lnTo>
                  <a:lnTo>
                    <a:pt x="7596" y="4031"/>
                  </a:lnTo>
                  <a:lnTo>
                    <a:pt x="7596" y="3908"/>
                  </a:lnTo>
                  <a:lnTo>
                    <a:pt x="7596" y="3786"/>
                  </a:lnTo>
                  <a:lnTo>
                    <a:pt x="7645" y="3689"/>
                  </a:lnTo>
                  <a:lnTo>
                    <a:pt x="7694" y="3591"/>
                  </a:lnTo>
                  <a:lnTo>
                    <a:pt x="7767" y="3493"/>
                  </a:lnTo>
                  <a:lnTo>
                    <a:pt x="7865" y="3420"/>
                  </a:lnTo>
                  <a:lnTo>
                    <a:pt x="7962" y="3371"/>
                  </a:lnTo>
                  <a:lnTo>
                    <a:pt x="8060" y="3347"/>
                  </a:lnTo>
                  <a:lnTo>
                    <a:pt x="8182" y="3322"/>
                  </a:lnTo>
                  <a:close/>
                  <a:moveTo>
                    <a:pt x="9086" y="4763"/>
                  </a:moveTo>
                  <a:lnTo>
                    <a:pt x="9159" y="4788"/>
                  </a:lnTo>
                  <a:lnTo>
                    <a:pt x="9281" y="4885"/>
                  </a:lnTo>
                  <a:lnTo>
                    <a:pt x="9354" y="5007"/>
                  </a:lnTo>
                  <a:lnTo>
                    <a:pt x="9379" y="5081"/>
                  </a:lnTo>
                  <a:lnTo>
                    <a:pt x="9379" y="5154"/>
                  </a:lnTo>
                  <a:lnTo>
                    <a:pt x="9379" y="5227"/>
                  </a:lnTo>
                  <a:lnTo>
                    <a:pt x="9354" y="5301"/>
                  </a:lnTo>
                  <a:lnTo>
                    <a:pt x="9281" y="5423"/>
                  </a:lnTo>
                  <a:lnTo>
                    <a:pt x="9159" y="5520"/>
                  </a:lnTo>
                  <a:lnTo>
                    <a:pt x="9086" y="5545"/>
                  </a:lnTo>
                  <a:lnTo>
                    <a:pt x="8915" y="5545"/>
                  </a:lnTo>
                  <a:lnTo>
                    <a:pt x="8842" y="5520"/>
                  </a:lnTo>
                  <a:lnTo>
                    <a:pt x="8719" y="5423"/>
                  </a:lnTo>
                  <a:lnTo>
                    <a:pt x="8646" y="5301"/>
                  </a:lnTo>
                  <a:lnTo>
                    <a:pt x="8622" y="5227"/>
                  </a:lnTo>
                  <a:lnTo>
                    <a:pt x="8597" y="5154"/>
                  </a:lnTo>
                  <a:lnTo>
                    <a:pt x="8622" y="5081"/>
                  </a:lnTo>
                  <a:lnTo>
                    <a:pt x="8646" y="5007"/>
                  </a:lnTo>
                  <a:lnTo>
                    <a:pt x="8719" y="4885"/>
                  </a:lnTo>
                  <a:lnTo>
                    <a:pt x="8842" y="4788"/>
                  </a:lnTo>
                  <a:lnTo>
                    <a:pt x="8915" y="4763"/>
                  </a:lnTo>
                  <a:close/>
                  <a:moveTo>
                    <a:pt x="2540" y="11309"/>
                  </a:moveTo>
                  <a:lnTo>
                    <a:pt x="2760" y="11675"/>
                  </a:lnTo>
                  <a:lnTo>
                    <a:pt x="3029" y="12041"/>
                  </a:lnTo>
                  <a:lnTo>
                    <a:pt x="3298" y="12408"/>
                  </a:lnTo>
                  <a:lnTo>
                    <a:pt x="3615" y="12750"/>
                  </a:lnTo>
                  <a:lnTo>
                    <a:pt x="3908" y="12994"/>
                  </a:lnTo>
                  <a:lnTo>
                    <a:pt x="4177" y="13238"/>
                  </a:lnTo>
                  <a:lnTo>
                    <a:pt x="3762" y="13482"/>
                  </a:lnTo>
                  <a:lnTo>
                    <a:pt x="3371" y="13678"/>
                  </a:lnTo>
                  <a:lnTo>
                    <a:pt x="3029" y="13824"/>
                  </a:lnTo>
                  <a:lnTo>
                    <a:pt x="2687" y="13922"/>
                  </a:lnTo>
                  <a:lnTo>
                    <a:pt x="2418" y="13995"/>
                  </a:lnTo>
                  <a:lnTo>
                    <a:pt x="2174" y="13995"/>
                  </a:lnTo>
                  <a:lnTo>
                    <a:pt x="2076" y="13971"/>
                  </a:lnTo>
                  <a:lnTo>
                    <a:pt x="1979" y="13946"/>
                  </a:lnTo>
                  <a:lnTo>
                    <a:pt x="1905" y="13897"/>
                  </a:lnTo>
                  <a:lnTo>
                    <a:pt x="1832" y="13849"/>
                  </a:lnTo>
                  <a:lnTo>
                    <a:pt x="1759" y="13775"/>
                  </a:lnTo>
                  <a:lnTo>
                    <a:pt x="1734" y="13678"/>
                  </a:lnTo>
                  <a:lnTo>
                    <a:pt x="1686" y="13580"/>
                  </a:lnTo>
                  <a:lnTo>
                    <a:pt x="1686" y="13482"/>
                  </a:lnTo>
                  <a:lnTo>
                    <a:pt x="1686" y="13214"/>
                  </a:lnTo>
                  <a:lnTo>
                    <a:pt x="1759" y="12921"/>
                  </a:lnTo>
                  <a:lnTo>
                    <a:pt x="1881" y="12554"/>
                  </a:lnTo>
                  <a:lnTo>
                    <a:pt x="2052" y="12188"/>
                  </a:lnTo>
                  <a:lnTo>
                    <a:pt x="2272" y="11748"/>
                  </a:lnTo>
                  <a:lnTo>
                    <a:pt x="2540" y="11309"/>
                  </a:lnTo>
                  <a:close/>
                  <a:moveTo>
                    <a:pt x="15362" y="1"/>
                  </a:moveTo>
                  <a:lnTo>
                    <a:pt x="15094" y="25"/>
                  </a:lnTo>
                  <a:lnTo>
                    <a:pt x="14801" y="74"/>
                  </a:lnTo>
                  <a:lnTo>
                    <a:pt x="14483" y="172"/>
                  </a:lnTo>
                  <a:lnTo>
                    <a:pt x="14141" y="294"/>
                  </a:lnTo>
                  <a:lnTo>
                    <a:pt x="13775" y="440"/>
                  </a:lnTo>
                  <a:lnTo>
                    <a:pt x="13384" y="611"/>
                  </a:lnTo>
                  <a:lnTo>
                    <a:pt x="12993" y="831"/>
                  </a:lnTo>
                  <a:lnTo>
                    <a:pt x="12578" y="1051"/>
                  </a:lnTo>
                  <a:lnTo>
                    <a:pt x="11699" y="1613"/>
                  </a:lnTo>
                  <a:lnTo>
                    <a:pt x="10747" y="2272"/>
                  </a:lnTo>
                  <a:lnTo>
                    <a:pt x="10307" y="2101"/>
                  </a:lnTo>
                  <a:lnTo>
                    <a:pt x="9843" y="1955"/>
                  </a:lnTo>
                  <a:lnTo>
                    <a:pt x="9379" y="1857"/>
                  </a:lnTo>
                  <a:lnTo>
                    <a:pt x="8915" y="1784"/>
                  </a:lnTo>
                  <a:lnTo>
                    <a:pt x="8451" y="1735"/>
                  </a:lnTo>
                  <a:lnTo>
                    <a:pt x="7962" y="1735"/>
                  </a:lnTo>
                  <a:lnTo>
                    <a:pt x="7498" y="1784"/>
                  </a:lnTo>
                  <a:lnTo>
                    <a:pt x="7034" y="1832"/>
                  </a:lnTo>
                  <a:lnTo>
                    <a:pt x="6570" y="1930"/>
                  </a:lnTo>
                  <a:lnTo>
                    <a:pt x="6106" y="2077"/>
                  </a:lnTo>
                  <a:lnTo>
                    <a:pt x="5667" y="2248"/>
                  </a:lnTo>
                  <a:lnTo>
                    <a:pt x="5227" y="2443"/>
                  </a:lnTo>
                  <a:lnTo>
                    <a:pt x="4787" y="2687"/>
                  </a:lnTo>
                  <a:lnTo>
                    <a:pt x="4397" y="2980"/>
                  </a:lnTo>
                  <a:lnTo>
                    <a:pt x="4006" y="3273"/>
                  </a:lnTo>
                  <a:lnTo>
                    <a:pt x="3615" y="3615"/>
                  </a:lnTo>
                  <a:lnTo>
                    <a:pt x="3273" y="4006"/>
                  </a:lnTo>
                  <a:lnTo>
                    <a:pt x="2980" y="4397"/>
                  </a:lnTo>
                  <a:lnTo>
                    <a:pt x="2687" y="4788"/>
                  </a:lnTo>
                  <a:lnTo>
                    <a:pt x="2443" y="5227"/>
                  </a:lnTo>
                  <a:lnTo>
                    <a:pt x="2247" y="5667"/>
                  </a:lnTo>
                  <a:lnTo>
                    <a:pt x="2076" y="6107"/>
                  </a:lnTo>
                  <a:lnTo>
                    <a:pt x="1930" y="6571"/>
                  </a:lnTo>
                  <a:lnTo>
                    <a:pt x="1832" y="7035"/>
                  </a:lnTo>
                  <a:lnTo>
                    <a:pt x="1783" y="7499"/>
                  </a:lnTo>
                  <a:lnTo>
                    <a:pt x="1734" y="7963"/>
                  </a:lnTo>
                  <a:lnTo>
                    <a:pt x="1734" y="8451"/>
                  </a:lnTo>
                  <a:lnTo>
                    <a:pt x="1783" y="8915"/>
                  </a:lnTo>
                  <a:lnTo>
                    <a:pt x="1857" y="9379"/>
                  </a:lnTo>
                  <a:lnTo>
                    <a:pt x="1954" y="9843"/>
                  </a:lnTo>
                  <a:lnTo>
                    <a:pt x="2101" y="10307"/>
                  </a:lnTo>
                  <a:lnTo>
                    <a:pt x="2272" y="10747"/>
                  </a:lnTo>
                  <a:lnTo>
                    <a:pt x="1612" y="11699"/>
                  </a:lnTo>
                  <a:lnTo>
                    <a:pt x="1051" y="12579"/>
                  </a:lnTo>
                  <a:lnTo>
                    <a:pt x="831" y="12994"/>
                  </a:lnTo>
                  <a:lnTo>
                    <a:pt x="611" y="13385"/>
                  </a:lnTo>
                  <a:lnTo>
                    <a:pt x="440" y="13775"/>
                  </a:lnTo>
                  <a:lnTo>
                    <a:pt x="293" y="14142"/>
                  </a:lnTo>
                  <a:lnTo>
                    <a:pt x="171" y="14484"/>
                  </a:lnTo>
                  <a:lnTo>
                    <a:pt x="74" y="14801"/>
                  </a:lnTo>
                  <a:lnTo>
                    <a:pt x="25" y="15094"/>
                  </a:lnTo>
                  <a:lnTo>
                    <a:pt x="0" y="15363"/>
                  </a:lnTo>
                  <a:lnTo>
                    <a:pt x="0" y="15583"/>
                  </a:lnTo>
                  <a:lnTo>
                    <a:pt x="49" y="15802"/>
                  </a:lnTo>
                  <a:lnTo>
                    <a:pt x="123" y="15973"/>
                  </a:lnTo>
                  <a:lnTo>
                    <a:pt x="245" y="16120"/>
                  </a:lnTo>
                  <a:lnTo>
                    <a:pt x="342" y="16218"/>
                  </a:lnTo>
                  <a:lnTo>
                    <a:pt x="489" y="16291"/>
                  </a:lnTo>
                  <a:lnTo>
                    <a:pt x="635" y="16340"/>
                  </a:lnTo>
                  <a:lnTo>
                    <a:pt x="806" y="16364"/>
                  </a:lnTo>
                  <a:lnTo>
                    <a:pt x="1173" y="16364"/>
                  </a:lnTo>
                  <a:lnTo>
                    <a:pt x="1393" y="16315"/>
                  </a:lnTo>
                  <a:lnTo>
                    <a:pt x="1637" y="16267"/>
                  </a:lnTo>
                  <a:lnTo>
                    <a:pt x="2150" y="16120"/>
                  </a:lnTo>
                  <a:lnTo>
                    <a:pt x="2711" y="15876"/>
                  </a:lnTo>
                  <a:lnTo>
                    <a:pt x="3322" y="15583"/>
                  </a:lnTo>
                  <a:lnTo>
                    <a:pt x="3957" y="15192"/>
                  </a:lnTo>
                  <a:lnTo>
                    <a:pt x="4665" y="14752"/>
                  </a:lnTo>
                  <a:lnTo>
                    <a:pt x="5373" y="14264"/>
                  </a:lnTo>
                  <a:lnTo>
                    <a:pt x="6131" y="13702"/>
                  </a:lnTo>
                  <a:lnTo>
                    <a:pt x="6912" y="13092"/>
                  </a:lnTo>
                  <a:lnTo>
                    <a:pt x="7718" y="12432"/>
                  </a:lnTo>
                  <a:lnTo>
                    <a:pt x="8524" y="11724"/>
                  </a:lnTo>
                  <a:lnTo>
                    <a:pt x="9330" y="10967"/>
                  </a:lnTo>
                  <a:lnTo>
                    <a:pt x="10160" y="10161"/>
                  </a:lnTo>
                  <a:lnTo>
                    <a:pt x="10966" y="9330"/>
                  </a:lnTo>
                  <a:lnTo>
                    <a:pt x="11723" y="8524"/>
                  </a:lnTo>
                  <a:lnTo>
                    <a:pt x="12432" y="7718"/>
                  </a:lnTo>
                  <a:lnTo>
                    <a:pt x="13091" y="6912"/>
                  </a:lnTo>
                  <a:lnTo>
                    <a:pt x="13702" y="6131"/>
                  </a:lnTo>
                  <a:lnTo>
                    <a:pt x="14263" y="5374"/>
                  </a:lnTo>
                  <a:lnTo>
                    <a:pt x="14752" y="4666"/>
                  </a:lnTo>
                  <a:lnTo>
                    <a:pt x="15192" y="3957"/>
                  </a:lnTo>
                  <a:lnTo>
                    <a:pt x="15582" y="3322"/>
                  </a:lnTo>
                  <a:lnTo>
                    <a:pt x="15875" y="2712"/>
                  </a:lnTo>
                  <a:lnTo>
                    <a:pt x="16120" y="2150"/>
                  </a:lnTo>
                  <a:lnTo>
                    <a:pt x="16266" y="1637"/>
                  </a:lnTo>
                  <a:lnTo>
                    <a:pt x="16315" y="1393"/>
                  </a:lnTo>
                  <a:lnTo>
                    <a:pt x="16364" y="1173"/>
                  </a:lnTo>
                  <a:lnTo>
                    <a:pt x="16364" y="978"/>
                  </a:lnTo>
                  <a:lnTo>
                    <a:pt x="16364" y="807"/>
                  </a:lnTo>
                  <a:lnTo>
                    <a:pt x="16339" y="636"/>
                  </a:lnTo>
                  <a:lnTo>
                    <a:pt x="16291" y="489"/>
                  </a:lnTo>
                  <a:lnTo>
                    <a:pt x="16217" y="343"/>
                  </a:lnTo>
                  <a:lnTo>
                    <a:pt x="16120" y="245"/>
                  </a:lnTo>
                  <a:lnTo>
                    <a:pt x="15973" y="123"/>
                  </a:lnTo>
                  <a:lnTo>
                    <a:pt x="15802" y="50"/>
                  </a:lnTo>
                  <a:lnTo>
                    <a:pt x="15582" y="1"/>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grpSp>
      <p:grpSp>
        <p:nvGrpSpPr>
          <p:cNvPr id="147" name="Google Shape;147;p20"/>
          <p:cNvGrpSpPr/>
          <p:nvPr/>
        </p:nvGrpSpPr>
        <p:grpSpPr>
          <a:xfrm rot="1057075">
            <a:off x="6161947" y="1812386"/>
            <a:ext cx="741255" cy="741354"/>
            <a:chOff x="570875" y="4322250"/>
            <a:chExt cx="443300" cy="443325"/>
          </a:xfrm>
        </p:grpSpPr>
        <p:sp>
          <p:nvSpPr>
            <p:cNvPr id="148" name="Google Shape;148;p20"/>
            <p:cNvSpPr/>
            <p:nvPr/>
          </p:nvSpPr>
          <p:spPr>
            <a:xfrm>
              <a:off x="570875" y="4322250"/>
              <a:ext cx="443300" cy="443325"/>
            </a:xfrm>
            <a:custGeom>
              <a:avLst/>
              <a:gdLst/>
              <a:ahLst/>
              <a:cxnLst/>
              <a:pathLst>
                <a:path w="17732" h="17733" extrusionOk="0">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49" name="Google Shape;149;p20"/>
            <p:cNvSpPr/>
            <p:nvPr/>
          </p:nvSpPr>
          <p:spPr>
            <a:xfrm>
              <a:off x="597725" y="4665400"/>
              <a:ext cx="73300" cy="73300"/>
            </a:xfrm>
            <a:custGeom>
              <a:avLst/>
              <a:gdLst/>
              <a:ahLst/>
              <a:cxnLst/>
              <a:pathLst>
                <a:path w="2932" h="2932" extrusionOk="0">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0" name="Google Shape;150;p20"/>
            <p:cNvSpPr/>
            <p:nvPr/>
          </p:nvSpPr>
          <p:spPr>
            <a:xfrm>
              <a:off x="654525" y="4708150"/>
              <a:ext cx="47025" cy="47025"/>
            </a:xfrm>
            <a:custGeom>
              <a:avLst/>
              <a:gdLst/>
              <a:ahLst/>
              <a:cxnLst/>
              <a:pathLst>
                <a:path w="1881" h="1881" extrusionOk="0">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1" name="Google Shape;151;p20"/>
            <p:cNvSpPr/>
            <p:nvPr/>
          </p:nvSpPr>
          <p:spPr>
            <a:xfrm>
              <a:off x="581250" y="4634875"/>
              <a:ext cx="47050" cy="47050"/>
            </a:xfrm>
            <a:custGeom>
              <a:avLst/>
              <a:gdLst/>
              <a:ahLst/>
              <a:cxnLst/>
              <a:pathLst>
                <a:path w="1882" h="1882" extrusionOk="0">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grpSp>
      <p:sp>
        <p:nvSpPr>
          <p:cNvPr id="152" name="Google Shape;152;p20"/>
          <p:cNvSpPr/>
          <p:nvPr/>
        </p:nvSpPr>
        <p:spPr>
          <a:xfrm rot="2466613">
            <a:off x="6245163" y="1147346"/>
            <a:ext cx="363854" cy="347420"/>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3" name="Google Shape;153;p20"/>
          <p:cNvSpPr/>
          <p:nvPr/>
        </p:nvSpPr>
        <p:spPr>
          <a:xfrm rot="-1609020">
            <a:off x="6777274" y="1365970"/>
            <a:ext cx="261831" cy="250005"/>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4" name="Google Shape;154;p20"/>
          <p:cNvSpPr/>
          <p:nvPr/>
        </p:nvSpPr>
        <p:spPr>
          <a:xfrm rot="2926409">
            <a:off x="8364950" y="1564011"/>
            <a:ext cx="196068" cy="187212"/>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5" name="Google Shape;155;p20"/>
          <p:cNvSpPr/>
          <p:nvPr/>
        </p:nvSpPr>
        <p:spPr>
          <a:xfrm rot="-1609718">
            <a:off x="7548927" y="309671"/>
            <a:ext cx="176665" cy="168686"/>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6" name="Google Shape;156;p20"/>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GB"/>
            </a:fld>
            <a:endParaRPr lang="en-GB"/>
          </a:p>
        </p:txBody>
      </p:sp>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21" name="Shape 121"/>
        <p:cNvGrpSpPr/>
        <p:nvPr/>
      </p:nvGrpSpPr>
      <p:grpSpPr>
        <a:xfrm>
          <a:off x="0" y="0"/>
          <a:ext cx="0" cy="0"/>
          <a:chOff x="0" y="0"/>
          <a:chExt cx="0" cy="0"/>
        </a:xfrm>
      </p:grpSpPr>
      <p:sp>
        <p:nvSpPr>
          <p:cNvPr id="122" name="Google Shape;122;p18"/>
          <p:cNvSpPr txBox="1"/>
          <p:nvPr>
            <p:ph type="body" idx="1"/>
          </p:nvPr>
        </p:nvSpPr>
        <p:spPr>
          <a:xfrm>
            <a:off x="3731575" y="393525"/>
            <a:ext cx="4713000" cy="4356000"/>
          </a:xfrm>
          <a:prstGeom prst="rect">
            <a:avLst/>
          </a:prstGeom>
        </p:spPr>
        <p:txBody>
          <a:bodyPr spcFirstLastPara="1" wrap="square" lIns="91425" tIns="91425" rIns="91425" bIns="91425" anchor="t" anchorCtr="0">
            <a:noAutofit/>
          </a:bodyPr>
          <a:lstStyle/>
          <a:p>
            <a:pPr marL="0" lvl="0" indent="0">
              <a:spcBef>
                <a:spcPts val="600"/>
              </a:spcBef>
              <a:spcAft>
                <a:spcPts val="0"/>
              </a:spcAft>
              <a:buNone/>
            </a:pPr>
            <a:r>
              <a:rPr lang="en-US" altLang="en-GB"/>
              <a:t> Before we answer that question, let’s see these graphs that show which platform has the most watcher.</a:t>
            </a:r>
            <a:endParaRPr lang="en-US" altLang="en-GB"/>
          </a:p>
        </p:txBody>
      </p:sp>
      <p:sp>
        <p:nvSpPr>
          <p:cNvPr id="123" name="Google Shape;123;p18"/>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GB"/>
            </a:fld>
            <a:endParaRPr lang="en-GB"/>
          </a:p>
        </p:txBody>
      </p:sp>
    </p:spTree>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Question 4 - Sorted"/>
          <p:cNvPicPr>
            <a:picLocks noChangeAspect="1"/>
          </p:cNvPicPr>
          <p:nvPr/>
        </p:nvPicPr>
        <p:blipFill>
          <a:blip r:embed="rId1"/>
          <a:srcRect r="-239" b="19556"/>
          <a:stretch>
            <a:fillRect/>
          </a:stretch>
        </p:blipFill>
        <p:spPr>
          <a:xfrm>
            <a:off x="107315" y="267335"/>
            <a:ext cx="5779135" cy="4431030"/>
          </a:xfrm>
          <a:prstGeom prst="rect">
            <a:avLst/>
          </a:prstGeom>
        </p:spPr>
      </p:pic>
      <p:pic>
        <p:nvPicPr>
          <p:cNvPr id="5" name="Picture 4" descr="Question 4 - Sorted"/>
          <p:cNvPicPr>
            <a:picLocks noChangeAspect="1"/>
          </p:cNvPicPr>
          <p:nvPr/>
        </p:nvPicPr>
        <p:blipFill>
          <a:blip r:embed="rId1"/>
          <a:srcRect l="-256" t="80444" r="74267"/>
          <a:stretch>
            <a:fillRect/>
          </a:stretch>
        </p:blipFill>
        <p:spPr>
          <a:xfrm>
            <a:off x="6299835" y="267335"/>
            <a:ext cx="968375" cy="1341120"/>
          </a:xfrm>
          <a:prstGeom prst="rect">
            <a:avLst/>
          </a:prstGeom>
        </p:spPr>
      </p:pic>
      <p:pic>
        <p:nvPicPr>
          <p:cNvPr id="6" name="Picture 5" descr="Question 4-2 - Sorted"/>
          <p:cNvPicPr>
            <a:picLocks noChangeAspect="1"/>
          </p:cNvPicPr>
          <p:nvPr/>
        </p:nvPicPr>
        <p:blipFill>
          <a:blip r:embed="rId2"/>
          <a:stretch>
            <a:fillRect/>
          </a:stretch>
        </p:blipFill>
        <p:spPr>
          <a:xfrm>
            <a:off x="6299835" y="1842770"/>
            <a:ext cx="1226820" cy="1280160"/>
          </a:xfrm>
          <a:prstGeom prst="rect">
            <a:avLst/>
          </a:prstGeom>
        </p:spPr>
      </p:pic>
    </p:spTree>
  </p:cSld>
  <p:clrMapOvr>
    <a:masterClrMapping/>
  </p:clrMapOvr>
  <p:transition>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2" name="Picture 1" descr="Question 4 - referrer"/>
          <p:cNvPicPr>
            <a:picLocks noChangeAspect="1"/>
          </p:cNvPicPr>
          <p:nvPr/>
        </p:nvPicPr>
        <p:blipFill>
          <a:blip r:embed="rId1"/>
          <a:stretch>
            <a:fillRect/>
          </a:stretch>
        </p:blipFill>
        <p:spPr>
          <a:xfrm>
            <a:off x="-457200" y="-1102360"/>
            <a:ext cx="10058400" cy="7348855"/>
          </a:xfrm>
          <a:prstGeom prst="rect">
            <a:avLst/>
          </a:prstGeom>
        </p:spPr>
      </p:pic>
    </p:spTree>
  </p:cSld>
  <p:clrMapOvr>
    <a:masterClrMapping/>
  </p:clrMapOvr>
  <p:transition>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9" name="Picture 4"/>
          <p:cNvPicPr>
            <a:picLocks noChangeAspect="1"/>
          </p:cNvPicPr>
          <p:nvPr/>
        </p:nvPicPr>
        <p:blipFill>
          <a:blip r:embed="rId1"/>
          <a:stretch>
            <a:fillRect/>
          </a:stretch>
        </p:blipFill>
        <p:spPr>
          <a:xfrm>
            <a:off x="1547178" y="339408"/>
            <a:ext cx="5271135" cy="4396105"/>
          </a:xfrm>
          <a:prstGeom prst="rect">
            <a:avLst/>
          </a:prstGeom>
          <a:noFill/>
          <a:ln>
            <a:noFill/>
          </a:ln>
        </p:spPr>
      </p:pic>
    </p:spTree>
  </p:cSld>
  <p:clrMapOvr>
    <a:masterClrMapping/>
  </p:clrMapOvr>
  <p:transition>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74" name="Shape 174"/>
        <p:cNvGrpSpPr/>
        <p:nvPr/>
      </p:nvGrpSpPr>
      <p:grpSpPr>
        <a:xfrm>
          <a:off x="0" y="0"/>
          <a:ext cx="0" cy="0"/>
          <a:chOff x="0" y="0"/>
          <a:chExt cx="0" cy="0"/>
        </a:xfrm>
      </p:grpSpPr>
      <p:sp>
        <p:nvSpPr>
          <p:cNvPr id="175" name="Google Shape;175;p22"/>
          <p:cNvSpPr txBox="1"/>
          <p:nvPr>
            <p:ph type="title"/>
          </p:nvPr>
        </p:nvSpPr>
        <p:spPr>
          <a:xfrm>
            <a:off x="1182200" y="393475"/>
            <a:ext cx="6739500" cy="8067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r>
              <a:rPr lang="en-US" altLang="en-GB"/>
              <a:t>Why is the web-mobile that have the highest platform count?</a:t>
            </a:r>
            <a:endParaRPr lang="en-US" altLang="en-GB"/>
          </a:p>
        </p:txBody>
      </p:sp>
      <p:sp>
        <p:nvSpPr>
          <p:cNvPr id="176" name="Google Shape;176;p22"/>
          <p:cNvSpPr txBox="1"/>
          <p:nvPr>
            <p:ph type="body" idx="1"/>
          </p:nvPr>
        </p:nvSpPr>
        <p:spPr>
          <a:xfrm>
            <a:off x="1560175" y="1375225"/>
            <a:ext cx="2317500" cy="3374700"/>
          </a:xfrm>
          <a:prstGeom prst="rect">
            <a:avLst/>
          </a:prstGeom>
        </p:spPr>
        <p:txBody>
          <a:bodyPr spcFirstLastPara="1" wrap="square" lIns="91425" tIns="91425" rIns="91425" bIns="91425" anchor="t" anchorCtr="0">
            <a:noAutofit/>
          </a:bodyPr>
          <a:lstStyle/>
          <a:p>
            <a:pPr marL="0" lvl="0" indent="0">
              <a:spcBef>
                <a:spcPts val="600"/>
              </a:spcBef>
              <a:spcAft>
                <a:spcPts val="0"/>
              </a:spcAft>
              <a:buNone/>
            </a:pPr>
            <a:r>
              <a:rPr lang="en-US" b="1"/>
              <a:t>Answer</a:t>
            </a:r>
            <a:endParaRPr lang="en-US" b="1"/>
          </a:p>
          <a:p>
            <a:pPr marL="0" lvl="0" indent="0">
              <a:spcBef>
                <a:spcPts val="600"/>
              </a:spcBef>
              <a:spcAft>
                <a:spcPts val="0"/>
              </a:spcAft>
              <a:buNone/>
            </a:pPr>
            <a:r>
              <a:rPr lang="en-GB"/>
              <a:t>It’s because the viewers were watching the video from the web browser in their mobile phone.</a:t>
            </a:r>
            <a:endParaRPr lang="en-GB"/>
          </a:p>
        </p:txBody>
      </p:sp>
      <p:sp>
        <p:nvSpPr>
          <p:cNvPr id="178" name="Google Shape;178;p22"/>
          <p:cNvSpPr txBox="1"/>
          <p:nvPr>
            <p:ph type="body" idx="3"/>
          </p:nvPr>
        </p:nvSpPr>
        <p:spPr>
          <a:xfrm>
            <a:off x="4815205" y="1375410"/>
            <a:ext cx="3935730" cy="3374390"/>
          </a:xfrm>
          <a:prstGeom prst="rect">
            <a:avLst/>
          </a:prstGeom>
        </p:spPr>
        <p:txBody>
          <a:bodyPr spcFirstLastPara="1" wrap="square" lIns="91425" tIns="91425" rIns="91425" bIns="91425" anchor="t" anchorCtr="0">
            <a:noAutofit/>
          </a:bodyPr>
          <a:lstStyle/>
          <a:p>
            <a:pPr marL="0" lvl="0" indent="0" rtl="0">
              <a:spcBef>
                <a:spcPts val="600"/>
              </a:spcBef>
              <a:spcAft>
                <a:spcPts val="0"/>
              </a:spcAft>
              <a:buNone/>
            </a:pPr>
            <a:r>
              <a:rPr lang="en-US" b="1"/>
              <a:t>Conclusion</a:t>
            </a:r>
            <a:endParaRPr lang="en-US" b="1"/>
          </a:p>
          <a:p>
            <a:pPr marL="0" lvl="0" indent="0" rtl="0">
              <a:spcBef>
                <a:spcPts val="600"/>
              </a:spcBef>
              <a:spcAft>
                <a:spcPts val="0"/>
              </a:spcAft>
              <a:buNone/>
            </a:pPr>
            <a:r>
              <a:rPr lang="en-GB"/>
              <a:t>Most of them were opening related web page which contains the video from Vidio. The video is either related to the news or the thing they are googling, or videos from their social media site. And that is why there are many viewers from web-mobile.</a:t>
            </a:r>
            <a:endParaRPr lang="en-GB"/>
          </a:p>
        </p:txBody>
      </p:sp>
      <p:sp>
        <p:nvSpPr>
          <p:cNvPr id="179" name="Google Shape;179;p22"/>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GB"/>
            </a:fld>
            <a:endParaRPr lang="en-GB"/>
          </a:p>
        </p:txBody>
      </p:sp>
      <p:sp>
        <p:nvSpPr>
          <p:cNvPr id="180" name="Google Shape;180;p22"/>
          <p:cNvSpPr/>
          <p:nvPr/>
        </p:nvSpPr>
        <p:spPr>
          <a:xfrm>
            <a:off x="8191382" y="636358"/>
            <a:ext cx="320958" cy="320938"/>
          </a:xfrm>
          <a:custGeom>
            <a:avLst/>
            <a:gdLst/>
            <a:ahLst/>
            <a:cxnLst/>
            <a:pathLst>
              <a:path w="16072" h="16071" extrusionOk="0">
                <a:moveTo>
                  <a:pt x="8036" y="0"/>
                </a:moveTo>
                <a:lnTo>
                  <a:pt x="7938" y="24"/>
                </a:lnTo>
                <a:lnTo>
                  <a:pt x="7792" y="98"/>
                </a:lnTo>
                <a:lnTo>
                  <a:pt x="7328" y="366"/>
                </a:lnTo>
                <a:lnTo>
                  <a:pt x="7059" y="537"/>
                </a:lnTo>
                <a:lnTo>
                  <a:pt x="6766" y="757"/>
                </a:lnTo>
                <a:lnTo>
                  <a:pt x="6448" y="977"/>
                </a:lnTo>
                <a:lnTo>
                  <a:pt x="6155" y="1246"/>
                </a:lnTo>
                <a:lnTo>
                  <a:pt x="5887" y="1514"/>
                </a:lnTo>
                <a:lnTo>
                  <a:pt x="5643" y="1807"/>
                </a:lnTo>
                <a:lnTo>
                  <a:pt x="5447" y="2100"/>
                </a:lnTo>
                <a:lnTo>
                  <a:pt x="5374" y="2247"/>
                </a:lnTo>
                <a:lnTo>
                  <a:pt x="5325" y="2418"/>
                </a:lnTo>
                <a:lnTo>
                  <a:pt x="5276" y="2564"/>
                </a:lnTo>
                <a:lnTo>
                  <a:pt x="5252" y="2711"/>
                </a:lnTo>
                <a:lnTo>
                  <a:pt x="5252" y="2858"/>
                </a:lnTo>
                <a:lnTo>
                  <a:pt x="5276" y="3029"/>
                </a:lnTo>
                <a:lnTo>
                  <a:pt x="5325" y="3175"/>
                </a:lnTo>
                <a:lnTo>
                  <a:pt x="5398" y="3322"/>
                </a:lnTo>
                <a:lnTo>
                  <a:pt x="5496" y="3468"/>
                </a:lnTo>
                <a:lnTo>
                  <a:pt x="5618" y="3615"/>
                </a:lnTo>
                <a:lnTo>
                  <a:pt x="5814" y="3761"/>
                </a:lnTo>
                <a:lnTo>
                  <a:pt x="6009" y="3859"/>
                </a:lnTo>
                <a:lnTo>
                  <a:pt x="6204" y="3957"/>
                </a:lnTo>
                <a:lnTo>
                  <a:pt x="6424" y="4005"/>
                </a:lnTo>
                <a:lnTo>
                  <a:pt x="6644" y="4054"/>
                </a:lnTo>
                <a:lnTo>
                  <a:pt x="6864" y="4152"/>
                </a:lnTo>
                <a:lnTo>
                  <a:pt x="7059" y="4250"/>
                </a:lnTo>
                <a:lnTo>
                  <a:pt x="7254" y="4421"/>
                </a:lnTo>
                <a:lnTo>
                  <a:pt x="7425" y="4616"/>
                </a:lnTo>
                <a:lnTo>
                  <a:pt x="7523" y="4836"/>
                </a:lnTo>
                <a:lnTo>
                  <a:pt x="7596" y="5080"/>
                </a:lnTo>
                <a:lnTo>
                  <a:pt x="7621" y="5373"/>
                </a:lnTo>
                <a:lnTo>
                  <a:pt x="7596" y="5569"/>
                </a:lnTo>
                <a:lnTo>
                  <a:pt x="7572" y="5788"/>
                </a:lnTo>
                <a:lnTo>
                  <a:pt x="7499" y="5984"/>
                </a:lnTo>
                <a:lnTo>
                  <a:pt x="7425" y="6179"/>
                </a:lnTo>
                <a:lnTo>
                  <a:pt x="7328" y="6374"/>
                </a:lnTo>
                <a:lnTo>
                  <a:pt x="7206" y="6570"/>
                </a:lnTo>
                <a:lnTo>
                  <a:pt x="7059" y="6741"/>
                </a:lnTo>
                <a:lnTo>
                  <a:pt x="6913" y="6912"/>
                </a:lnTo>
                <a:lnTo>
                  <a:pt x="6742" y="7058"/>
                </a:lnTo>
                <a:lnTo>
                  <a:pt x="6571" y="7205"/>
                </a:lnTo>
                <a:lnTo>
                  <a:pt x="6400" y="7303"/>
                </a:lnTo>
                <a:lnTo>
                  <a:pt x="6204" y="7425"/>
                </a:lnTo>
                <a:lnTo>
                  <a:pt x="6009" y="7498"/>
                </a:lnTo>
                <a:lnTo>
                  <a:pt x="5789" y="7571"/>
                </a:lnTo>
                <a:lnTo>
                  <a:pt x="5569" y="7596"/>
                </a:lnTo>
                <a:lnTo>
                  <a:pt x="5374" y="7620"/>
                </a:lnTo>
                <a:lnTo>
                  <a:pt x="5105" y="7596"/>
                </a:lnTo>
                <a:lnTo>
                  <a:pt x="4861" y="7522"/>
                </a:lnTo>
                <a:lnTo>
                  <a:pt x="4617" y="7425"/>
                </a:lnTo>
                <a:lnTo>
                  <a:pt x="4421" y="7254"/>
                </a:lnTo>
                <a:lnTo>
                  <a:pt x="4250" y="7058"/>
                </a:lnTo>
                <a:lnTo>
                  <a:pt x="4128" y="6839"/>
                </a:lnTo>
                <a:lnTo>
                  <a:pt x="4055" y="6619"/>
                </a:lnTo>
                <a:lnTo>
                  <a:pt x="3982" y="6399"/>
                </a:lnTo>
                <a:lnTo>
                  <a:pt x="3933" y="6204"/>
                </a:lnTo>
                <a:lnTo>
                  <a:pt x="3860" y="6008"/>
                </a:lnTo>
                <a:lnTo>
                  <a:pt x="3762" y="5813"/>
                </a:lnTo>
                <a:lnTo>
                  <a:pt x="3615" y="5617"/>
                </a:lnTo>
                <a:lnTo>
                  <a:pt x="3469" y="5495"/>
                </a:lnTo>
                <a:lnTo>
                  <a:pt x="3322" y="5398"/>
                </a:lnTo>
                <a:lnTo>
                  <a:pt x="3176" y="5324"/>
                </a:lnTo>
                <a:lnTo>
                  <a:pt x="3029" y="5275"/>
                </a:lnTo>
                <a:lnTo>
                  <a:pt x="2858" y="5251"/>
                </a:lnTo>
                <a:lnTo>
                  <a:pt x="2712" y="5251"/>
                </a:lnTo>
                <a:lnTo>
                  <a:pt x="2565" y="5275"/>
                </a:lnTo>
                <a:lnTo>
                  <a:pt x="2419" y="5324"/>
                </a:lnTo>
                <a:lnTo>
                  <a:pt x="2248" y="5373"/>
                </a:lnTo>
                <a:lnTo>
                  <a:pt x="2101" y="5446"/>
                </a:lnTo>
                <a:lnTo>
                  <a:pt x="1808" y="5642"/>
                </a:lnTo>
                <a:lnTo>
                  <a:pt x="1515" y="5886"/>
                </a:lnTo>
                <a:lnTo>
                  <a:pt x="1246" y="6155"/>
                </a:lnTo>
                <a:lnTo>
                  <a:pt x="978" y="6448"/>
                </a:lnTo>
                <a:lnTo>
                  <a:pt x="758" y="6765"/>
                </a:lnTo>
                <a:lnTo>
                  <a:pt x="538" y="7058"/>
                </a:lnTo>
                <a:lnTo>
                  <a:pt x="367" y="7327"/>
                </a:lnTo>
                <a:lnTo>
                  <a:pt x="99" y="7791"/>
                </a:lnTo>
                <a:lnTo>
                  <a:pt x="25" y="7938"/>
                </a:lnTo>
                <a:lnTo>
                  <a:pt x="1" y="8035"/>
                </a:lnTo>
                <a:lnTo>
                  <a:pt x="25" y="8231"/>
                </a:lnTo>
                <a:lnTo>
                  <a:pt x="74" y="8402"/>
                </a:lnTo>
                <a:lnTo>
                  <a:pt x="172" y="8597"/>
                </a:lnTo>
                <a:lnTo>
                  <a:pt x="294" y="8744"/>
                </a:lnTo>
                <a:lnTo>
                  <a:pt x="587" y="9012"/>
                </a:lnTo>
                <a:lnTo>
                  <a:pt x="880" y="9256"/>
                </a:lnTo>
                <a:lnTo>
                  <a:pt x="1417" y="9696"/>
                </a:lnTo>
                <a:lnTo>
                  <a:pt x="1906" y="10062"/>
                </a:lnTo>
                <a:lnTo>
                  <a:pt x="2101" y="10233"/>
                </a:lnTo>
                <a:lnTo>
                  <a:pt x="2297" y="10404"/>
                </a:lnTo>
                <a:lnTo>
                  <a:pt x="2419" y="10575"/>
                </a:lnTo>
                <a:lnTo>
                  <a:pt x="2541" y="10746"/>
                </a:lnTo>
                <a:lnTo>
                  <a:pt x="2590" y="10917"/>
                </a:lnTo>
                <a:lnTo>
                  <a:pt x="2590" y="11113"/>
                </a:lnTo>
                <a:lnTo>
                  <a:pt x="2541" y="11308"/>
                </a:lnTo>
                <a:lnTo>
                  <a:pt x="2443" y="11528"/>
                </a:lnTo>
                <a:lnTo>
                  <a:pt x="2272" y="11772"/>
                </a:lnTo>
                <a:lnTo>
                  <a:pt x="2004" y="12041"/>
                </a:lnTo>
                <a:lnTo>
                  <a:pt x="1833" y="12212"/>
                </a:lnTo>
                <a:lnTo>
                  <a:pt x="1637" y="12309"/>
                </a:lnTo>
                <a:lnTo>
                  <a:pt x="1417" y="12383"/>
                </a:lnTo>
                <a:lnTo>
                  <a:pt x="1222" y="12431"/>
                </a:lnTo>
                <a:lnTo>
                  <a:pt x="1002" y="12480"/>
                </a:lnTo>
                <a:lnTo>
                  <a:pt x="782" y="12578"/>
                </a:lnTo>
                <a:lnTo>
                  <a:pt x="587" y="12700"/>
                </a:lnTo>
                <a:lnTo>
                  <a:pt x="367" y="12871"/>
                </a:lnTo>
                <a:lnTo>
                  <a:pt x="196" y="13066"/>
                </a:lnTo>
                <a:lnTo>
                  <a:pt x="99" y="13286"/>
                </a:lnTo>
                <a:lnTo>
                  <a:pt x="25" y="13530"/>
                </a:lnTo>
                <a:lnTo>
                  <a:pt x="1" y="13799"/>
                </a:lnTo>
                <a:lnTo>
                  <a:pt x="25" y="14019"/>
                </a:lnTo>
                <a:lnTo>
                  <a:pt x="50" y="14239"/>
                </a:lnTo>
                <a:lnTo>
                  <a:pt x="123" y="14434"/>
                </a:lnTo>
                <a:lnTo>
                  <a:pt x="221" y="14654"/>
                </a:lnTo>
                <a:lnTo>
                  <a:pt x="318" y="14825"/>
                </a:lnTo>
                <a:lnTo>
                  <a:pt x="440" y="15020"/>
                </a:lnTo>
                <a:lnTo>
                  <a:pt x="563" y="15191"/>
                </a:lnTo>
                <a:lnTo>
                  <a:pt x="709" y="15362"/>
                </a:lnTo>
                <a:lnTo>
                  <a:pt x="880" y="15509"/>
                </a:lnTo>
                <a:lnTo>
                  <a:pt x="1051" y="15631"/>
                </a:lnTo>
                <a:lnTo>
                  <a:pt x="1246" y="15753"/>
                </a:lnTo>
                <a:lnTo>
                  <a:pt x="1442" y="15875"/>
                </a:lnTo>
                <a:lnTo>
                  <a:pt x="1637" y="15948"/>
                </a:lnTo>
                <a:lnTo>
                  <a:pt x="1857" y="16022"/>
                </a:lnTo>
                <a:lnTo>
                  <a:pt x="2052" y="16046"/>
                </a:lnTo>
                <a:lnTo>
                  <a:pt x="2272" y="16070"/>
                </a:lnTo>
                <a:lnTo>
                  <a:pt x="2541" y="16046"/>
                </a:lnTo>
                <a:lnTo>
                  <a:pt x="2785" y="15973"/>
                </a:lnTo>
                <a:lnTo>
                  <a:pt x="3005" y="15875"/>
                </a:lnTo>
                <a:lnTo>
                  <a:pt x="3200" y="15704"/>
                </a:lnTo>
                <a:lnTo>
                  <a:pt x="3371" y="15509"/>
                </a:lnTo>
                <a:lnTo>
                  <a:pt x="3493" y="15289"/>
                </a:lnTo>
                <a:lnTo>
                  <a:pt x="3567" y="15094"/>
                </a:lnTo>
                <a:lnTo>
                  <a:pt x="3615" y="14874"/>
                </a:lnTo>
                <a:lnTo>
                  <a:pt x="3689" y="14654"/>
                </a:lnTo>
                <a:lnTo>
                  <a:pt x="3762" y="14459"/>
                </a:lnTo>
                <a:lnTo>
                  <a:pt x="3860" y="14239"/>
                </a:lnTo>
                <a:lnTo>
                  <a:pt x="4031" y="14068"/>
                </a:lnTo>
                <a:lnTo>
                  <a:pt x="4299" y="13824"/>
                </a:lnTo>
                <a:lnTo>
                  <a:pt x="4544" y="13628"/>
                </a:lnTo>
                <a:lnTo>
                  <a:pt x="4763" y="13530"/>
                </a:lnTo>
                <a:lnTo>
                  <a:pt x="4959" y="13482"/>
                </a:lnTo>
                <a:lnTo>
                  <a:pt x="5154" y="13482"/>
                </a:lnTo>
                <a:lnTo>
                  <a:pt x="5325" y="13530"/>
                </a:lnTo>
                <a:lnTo>
                  <a:pt x="5496" y="13653"/>
                </a:lnTo>
                <a:lnTo>
                  <a:pt x="5667" y="13775"/>
                </a:lnTo>
                <a:lnTo>
                  <a:pt x="5838" y="13970"/>
                </a:lnTo>
                <a:lnTo>
                  <a:pt x="6009" y="14165"/>
                </a:lnTo>
                <a:lnTo>
                  <a:pt x="6375" y="14654"/>
                </a:lnTo>
                <a:lnTo>
                  <a:pt x="6815" y="15191"/>
                </a:lnTo>
                <a:lnTo>
                  <a:pt x="7059" y="15484"/>
                </a:lnTo>
                <a:lnTo>
                  <a:pt x="7328" y="15777"/>
                </a:lnTo>
                <a:lnTo>
                  <a:pt x="7474" y="15899"/>
                </a:lnTo>
                <a:lnTo>
                  <a:pt x="7670" y="15997"/>
                </a:lnTo>
                <a:lnTo>
                  <a:pt x="7841" y="16046"/>
                </a:lnTo>
                <a:lnTo>
                  <a:pt x="8036" y="16070"/>
                </a:lnTo>
                <a:lnTo>
                  <a:pt x="8134" y="16046"/>
                </a:lnTo>
                <a:lnTo>
                  <a:pt x="8280" y="15973"/>
                </a:lnTo>
                <a:lnTo>
                  <a:pt x="8744" y="15704"/>
                </a:lnTo>
                <a:lnTo>
                  <a:pt x="9013" y="15533"/>
                </a:lnTo>
                <a:lnTo>
                  <a:pt x="9306" y="15313"/>
                </a:lnTo>
                <a:lnTo>
                  <a:pt x="9623" y="15094"/>
                </a:lnTo>
                <a:lnTo>
                  <a:pt x="9917" y="14825"/>
                </a:lnTo>
                <a:lnTo>
                  <a:pt x="10185" y="14556"/>
                </a:lnTo>
                <a:lnTo>
                  <a:pt x="10429" y="14263"/>
                </a:lnTo>
                <a:lnTo>
                  <a:pt x="10625" y="13970"/>
                </a:lnTo>
                <a:lnTo>
                  <a:pt x="10698" y="13824"/>
                </a:lnTo>
                <a:lnTo>
                  <a:pt x="10747" y="13653"/>
                </a:lnTo>
                <a:lnTo>
                  <a:pt x="10796" y="13506"/>
                </a:lnTo>
                <a:lnTo>
                  <a:pt x="10820" y="13359"/>
                </a:lnTo>
                <a:lnTo>
                  <a:pt x="10820" y="13213"/>
                </a:lnTo>
                <a:lnTo>
                  <a:pt x="10796" y="13042"/>
                </a:lnTo>
                <a:lnTo>
                  <a:pt x="10747" y="12895"/>
                </a:lnTo>
                <a:lnTo>
                  <a:pt x="10674" y="12749"/>
                </a:lnTo>
                <a:lnTo>
                  <a:pt x="10576" y="12602"/>
                </a:lnTo>
                <a:lnTo>
                  <a:pt x="10454" y="12456"/>
                </a:lnTo>
                <a:lnTo>
                  <a:pt x="10258" y="12309"/>
                </a:lnTo>
                <a:lnTo>
                  <a:pt x="10063" y="12212"/>
                </a:lnTo>
                <a:lnTo>
                  <a:pt x="9868" y="12138"/>
                </a:lnTo>
                <a:lnTo>
                  <a:pt x="9648" y="12065"/>
                </a:lnTo>
                <a:lnTo>
                  <a:pt x="9428" y="12016"/>
                </a:lnTo>
                <a:lnTo>
                  <a:pt x="9208" y="11919"/>
                </a:lnTo>
                <a:lnTo>
                  <a:pt x="9013" y="11821"/>
                </a:lnTo>
                <a:lnTo>
                  <a:pt x="8818" y="11650"/>
                </a:lnTo>
                <a:lnTo>
                  <a:pt x="8647" y="11454"/>
                </a:lnTo>
                <a:lnTo>
                  <a:pt x="8549" y="11235"/>
                </a:lnTo>
                <a:lnTo>
                  <a:pt x="8476" y="10990"/>
                </a:lnTo>
                <a:lnTo>
                  <a:pt x="8451" y="10697"/>
                </a:lnTo>
                <a:lnTo>
                  <a:pt x="8476" y="10502"/>
                </a:lnTo>
                <a:lnTo>
                  <a:pt x="8500" y="10282"/>
                </a:lnTo>
                <a:lnTo>
                  <a:pt x="8573" y="10087"/>
                </a:lnTo>
                <a:lnTo>
                  <a:pt x="8647" y="9891"/>
                </a:lnTo>
                <a:lnTo>
                  <a:pt x="8744" y="9696"/>
                </a:lnTo>
                <a:lnTo>
                  <a:pt x="8866" y="9501"/>
                </a:lnTo>
                <a:lnTo>
                  <a:pt x="9013" y="9330"/>
                </a:lnTo>
                <a:lnTo>
                  <a:pt x="9159" y="9159"/>
                </a:lnTo>
                <a:lnTo>
                  <a:pt x="9330" y="9012"/>
                </a:lnTo>
                <a:lnTo>
                  <a:pt x="9501" y="8890"/>
                </a:lnTo>
                <a:lnTo>
                  <a:pt x="9672" y="8768"/>
                </a:lnTo>
                <a:lnTo>
                  <a:pt x="9868" y="8646"/>
                </a:lnTo>
                <a:lnTo>
                  <a:pt x="10063" y="8573"/>
                </a:lnTo>
                <a:lnTo>
                  <a:pt x="10283" y="8499"/>
                </a:lnTo>
                <a:lnTo>
                  <a:pt x="10503" y="8475"/>
                </a:lnTo>
                <a:lnTo>
                  <a:pt x="10698" y="8450"/>
                </a:lnTo>
                <a:lnTo>
                  <a:pt x="10967" y="8475"/>
                </a:lnTo>
                <a:lnTo>
                  <a:pt x="11211" y="8548"/>
                </a:lnTo>
                <a:lnTo>
                  <a:pt x="11455" y="8646"/>
                </a:lnTo>
                <a:lnTo>
                  <a:pt x="11651" y="8817"/>
                </a:lnTo>
                <a:lnTo>
                  <a:pt x="11822" y="9012"/>
                </a:lnTo>
                <a:lnTo>
                  <a:pt x="11944" y="9232"/>
                </a:lnTo>
                <a:lnTo>
                  <a:pt x="12017" y="9452"/>
                </a:lnTo>
                <a:lnTo>
                  <a:pt x="12090" y="9672"/>
                </a:lnTo>
                <a:lnTo>
                  <a:pt x="12139" y="9867"/>
                </a:lnTo>
                <a:lnTo>
                  <a:pt x="12212" y="10062"/>
                </a:lnTo>
                <a:lnTo>
                  <a:pt x="12310" y="10258"/>
                </a:lnTo>
                <a:lnTo>
                  <a:pt x="12457" y="10453"/>
                </a:lnTo>
                <a:lnTo>
                  <a:pt x="12603" y="10575"/>
                </a:lnTo>
                <a:lnTo>
                  <a:pt x="12750" y="10673"/>
                </a:lnTo>
                <a:lnTo>
                  <a:pt x="12896" y="10746"/>
                </a:lnTo>
                <a:lnTo>
                  <a:pt x="13043" y="10795"/>
                </a:lnTo>
                <a:lnTo>
                  <a:pt x="13214" y="10819"/>
                </a:lnTo>
                <a:lnTo>
                  <a:pt x="13360" y="10819"/>
                </a:lnTo>
                <a:lnTo>
                  <a:pt x="13507" y="10795"/>
                </a:lnTo>
                <a:lnTo>
                  <a:pt x="13653" y="10746"/>
                </a:lnTo>
                <a:lnTo>
                  <a:pt x="13824" y="10697"/>
                </a:lnTo>
                <a:lnTo>
                  <a:pt x="13971" y="10624"/>
                </a:lnTo>
                <a:lnTo>
                  <a:pt x="14264" y="10429"/>
                </a:lnTo>
                <a:lnTo>
                  <a:pt x="14557" y="10184"/>
                </a:lnTo>
                <a:lnTo>
                  <a:pt x="14826" y="9916"/>
                </a:lnTo>
                <a:lnTo>
                  <a:pt x="15094" y="9623"/>
                </a:lnTo>
                <a:lnTo>
                  <a:pt x="15314" y="9305"/>
                </a:lnTo>
                <a:lnTo>
                  <a:pt x="15534" y="9012"/>
                </a:lnTo>
                <a:lnTo>
                  <a:pt x="15705" y="8744"/>
                </a:lnTo>
                <a:lnTo>
                  <a:pt x="15973" y="8279"/>
                </a:lnTo>
                <a:lnTo>
                  <a:pt x="16047" y="8133"/>
                </a:lnTo>
                <a:lnTo>
                  <a:pt x="16071" y="8035"/>
                </a:lnTo>
                <a:lnTo>
                  <a:pt x="16047" y="7840"/>
                </a:lnTo>
                <a:lnTo>
                  <a:pt x="15998" y="7669"/>
                </a:lnTo>
                <a:lnTo>
                  <a:pt x="15900" y="7474"/>
                </a:lnTo>
                <a:lnTo>
                  <a:pt x="15778" y="7327"/>
                </a:lnTo>
                <a:lnTo>
                  <a:pt x="15485" y="7058"/>
                </a:lnTo>
                <a:lnTo>
                  <a:pt x="15192" y="6814"/>
                </a:lnTo>
                <a:lnTo>
                  <a:pt x="14655" y="6374"/>
                </a:lnTo>
                <a:lnTo>
                  <a:pt x="14166" y="6008"/>
                </a:lnTo>
                <a:lnTo>
                  <a:pt x="13971" y="5837"/>
                </a:lnTo>
                <a:lnTo>
                  <a:pt x="13775" y="5666"/>
                </a:lnTo>
                <a:lnTo>
                  <a:pt x="13653" y="5495"/>
                </a:lnTo>
                <a:lnTo>
                  <a:pt x="13531" y="5324"/>
                </a:lnTo>
                <a:lnTo>
                  <a:pt x="13482" y="5153"/>
                </a:lnTo>
                <a:lnTo>
                  <a:pt x="13482" y="4958"/>
                </a:lnTo>
                <a:lnTo>
                  <a:pt x="13531" y="4763"/>
                </a:lnTo>
                <a:lnTo>
                  <a:pt x="13629" y="4543"/>
                </a:lnTo>
                <a:lnTo>
                  <a:pt x="13800" y="4299"/>
                </a:lnTo>
                <a:lnTo>
                  <a:pt x="14068" y="4030"/>
                </a:lnTo>
                <a:lnTo>
                  <a:pt x="14239" y="3859"/>
                </a:lnTo>
                <a:lnTo>
                  <a:pt x="14435" y="3761"/>
                </a:lnTo>
                <a:lnTo>
                  <a:pt x="14655" y="3688"/>
                </a:lnTo>
                <a:lnTo>
                  <a:pt x="14850" y="3639"/>
                </a:lnTo>
                <a:lnTo>
                  <a:pt x="15070" y="3590"/>
                </a:lnTo>
                <a:lnTo>
                  <a:pt x="15290" y="3493"/>
                </a:lnTo>
                <a:lnTo>
                  <a:pt x="15485" y="3370"/>
                </a:lnTo>
                <a:lnTo>
                  <a:pt x="15705" y="3199"/>
                </a:lnTo>
                <a:lnTo>
                  <a:pt x="15876" y="3004"/>
                </a:lnTo>
                <a:lnTo>
                  <a:pt x="15973" y="2784"/>
                </a:lnTo>
                <a:lnTo>
                  <a:pt x="16047" y="2540"/>
                </a:lnTo>
                <a:lnTo>
                  <a:pt x="16071" y="2271"/>
                </a:lnTo>
                <a:lnTo>
                  <a:pt x="16047" y="2052"/>
                </a:lnTo>
                <a:lnTo>
                  <a:pt x="16022" y="1832"/>
                </a:lnTo>
                <a:lnTo>
                  <a:pt x="15949" y="1636"/>
                </a:lnTo>
                <a:lnTo>
                  <a:pt x="15851" y="1417"/>
                </a:lnTo>
                <a:lnTo>
                  <a:pt x="15754" y="1246"/>
                </a:lnTo>
                <a:lnTo>
                  <a:pt x="15632" y="1050"/>
                </a:lnTo>
                <a:lnTo>
                  <a:pt x="15509" y="879"/>
                </a:lnTo>
                <a:lnTo>
                  <a:pt x="15363" y="708"/>
                </a:lnTo>
                <a:lnTo>
                  <a:pt x="15192" y="562"/>
                </a:lnTo>
                <a:lnTo>
                  <a:pt x="15021" y="440"/>
                </a:lnTo>
                <a:lnTo>
                  <a:pt x="14826" y="318"/>
                </a:lnTo>
                <a:lnTo>
                  <a:pt x="14630" y="195"/>
                </a:lnTo>
                <a:lnTo>
                  <a:pt x="14435" y="122"/>
                </a:lnTo>
                <a:lnTo>
                  <a:pt x="14215" y="49"/>
                </a:lnTo>
                <a:lnTo>
                  <a:pt x="14020" y="24"/>
                </a:lnTo>
                <a:lnTo>
                  <a:pt x="13800" y="0"/>
                </a:lnTo>
                <a:lnTo>
                  <a:pt x="13531" y="24"/>
                </a:lnTo>
                <a:lnTo>
                  <a:pt x="13287" y="98"/>
                </a:lnTo>
                <a:lnTo>
                  <a:pt x="13067" y="195"/>
                </a:lnTo>
                <a:lnTo>
                  <a:pt x="12872" y="366"/>
                </a:lnTo>
                <a:lnTo>
                  <a:pt x="12701" y="562"/>
                </a:lnTo>
                <a:lnTo>
                  <a:pt x="12579" y="782"/>
                </a:lnTo>
                <a:lnTo>
                  <a:pt x="12505" y="977"/>
                </a:lnTo>
                <a:lnTo>
                  <a:pt x="12457" y="1197"/>
                </a:lnTo>
                <a:lnTo>
                  <a:pt x="12383" y="1417"/>
                </a:lnTo>
                <a:lnTo>
                  <a:pt x="12310" y="1612"/>
                </a:lnTo>
                <a:lnTo>
                  <a:pt x="12212" y="1832"/>
                </a:lnTo>
                <a:lnTo>
                  <a:pt x="12041" y="2003"/>
                </a:lnTo>
                <a:lnTo>
                  <a:pt x="11773" y="2271"/>
                </a:lnTo>
                <a:lnTo>
                  <a:pt x="11528" y="2442"/>
                </a:lnTo>
                <a:lnTo>
                  <a:pt x="11309" y="2540"/>
                </a:lnTo>
                <a:lnTo>
                  <a:pt x="11113" y="2589"/>
                </a:lnTo>
                <a:lnTo>
                  <a:pt x="10918" y="2589"/>
                </a:lnTo>
                <a:lnTo>
                  <a:pt x="10747" y="2540"/>
                </a:lnTo>
                <a:lnTo>
                  <a:pt x="10576" y="2418"/>
                </a:lnTo>
                <a:lnTo>
                  <a:pt x="10405" y="2296"/>
                </a:lnTo>
                <a:lnTo>
                  <a:pt x="10234" y="2100"/>
                </a:lnTo>
                <a:lnTo>
                  <a:pt x="10063" y="1905"/>
                </a:lnTo>
                <a:lnTo>
                  <a:pt x="9697" y="1417"/>
                </a:lnTo>
                <a:lnTo>
                  <a:pt x="9257" y="879"/>
                </a:lnTo>
                <a:lnTo>
                  <a:pt x="9013" y="586"/>
                </a:lnTo>
                <a:lnTo>
                  <a:pt x="8744" y="293"/>
                </a:lnTo>
                <a:lnTo>
                  <a:pt x="8598" y="171"/>
                </a:lnTo>
                <a:lnTo>
                  <a:pt x="8402" y="73"/>
                </a:lnTo>
                <a:lnTo>
                  <a:pt x="8231" y="24"/>
                </a:lnTo>
                <a:lnTo>
                  <a:pt x="8036" y="0"/>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Tree>
  </p:cSld>
  <p:clrMapOvr>
    <a:masterClrMapping/>
  </p:clrMapOvr>
  <p:transition>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40" name="Shape 140"/>
        <p:cNvGrpSpPr/>
        <p:nvPr/>
      </p:nvGrpSpPr>
      <p:grpSpPr>
        <a:xfrm>
          <a:off x="0" y="0"/>
          <a:ext cx="0" cy="0"/>
          <a:chOff x="0" y="0"/>
          <a:chExt cx="0" cy="0"/>
        </a:xfrm>
      </p:grpSpPr>
      <p:sp>
        <p:nvSpPr>
          <p:cNvPr id="141" name="Google Shape;141;p20"/>
          <p:cNvSpPr txBox="1"/>
          <p:nvPr>
            <p:ph type="ctrTitle" idx="4294967295"/>
          </p:nvPr>
        </p:nvSpPr>
        <p:spPr>
          <a:xfrm>
            <a:off x="2114675" y="1811950"/>
            <a:ext cx="5455500" cy="11598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US" altLang="en-GB" sz="7200">
                <a:solidFill>
                  <a:srgbClr val="FFB000"/>
                </a:solidFill>
              </a:rPr>
              <a:t>FIFTH QUESTION</a:t>
            </a:r>
            <a:r>
              <a:rPr lang="en-GB" sz="7200">
                <a:solidFill>
                  <a:srgbClr val="FFB000"/>
                </a:solidFill>
              </a:rPr>
              <a:t> </a:t>
            </a:r>
            <a:endParaRPr lang="en-US" altLang="en-GB" sz="7200">
              <a:solidFill>
                <a:srgbClr val="FFB000"/>
              </a:solidFill>
            </a:endParaRPr>
          </a:p>
        </p:txBody>
      </p:sp>
      <p:sp>
        <p:nvSpPr>
          <p:cNvPr id="142" name="Google Shape;142;p20"/>
          <p:cNvSpPr txBox="1"/>
          <p:nvPr>
            <p:ph type="subTitle" idx="4294967295"/>
          </p:nvPr>
        </p:nvSpPr>
        <p:spPr>
          <a:xfrm>
            <a:off x="2114675" y="3487751"/>
            <a:ext cx="5455500" cy="784800"/>
          </a:xfrm>
          <a:prstGeom prst="rect">
            <a:avLst/>
          </a:prstGeom>
        </p:spPr>
        <p:txBody>
          <a:bodyPr spcFirstLastPara="1" wrap="square" lIns="91425" tIns="91425" rIns="91425" bIns="91425" anchor="t" anchorCtr="0">
            <a:noAutofit/>
          </a:bodyPr>
          <a:lstStyle/>
          <a:p>
            <a:pPr marL="0" lvl="0" indent="0" rtl="0">
              <a:spcBef>
                <a:spcPts val="600"/>
              </a:spcBef>
              <a:spcAft>
                <a:spcPts val="0"/>
              </a:spcAft>
              <a:buNone/>
            </a:pPr>
            <a:r>
              <a:rPr lang="en-US" altLang="en-GB" sz="2200"/>
              <a:t>Could you list top 10 visitors by using play_duration per day?</a:t>
            </a:r>
            <a:endParaRPr lang="en-US" altLang="en-GB" sz="2200"/>
          </a:p>
        </p:txBody>
      </p:sp>
      <p:sp>
        <p:nvSpPr>
          <p:cNvPr id="143" name="Google Shape;143;p20"/>
          <p:cNvSpPr/>
          <p:nvPr/>
        </p:nvSpPr>
        <p:spPr>
          <a:xfrm>
            <a:off x="7568290" y="2334064"/>
            <a:ext cx="261878" cy="250050"/>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grpSp>
        <p:nvGrpSpPr>
          <p:cNvPr id="144" name="Google Shape;144;p20"/>
          <p:cNvGrpSpPr/>
          <p:nvPr/>
        </p:nvGrpSpPr>
        <p:grpSpPr>
          <a:xfrm>
            <a:off x="7243253" y="929993"/>
            <a:ext cx="1121957" cy="1122271"/>
            <a:chOff x="6654650" y="3665275"/>
            <a:chExt cx="409100" cy="409125"/>
          </a:xfrm>
        </p:grpSpPr>
        <p:sp>
          <p:nvSpPr>
            <p:cNvPr id="145" name="Google Shape;145;p20"/>
            <p:cNvSpPr/>
            <p:nvPr/>
          </p:nvSpPr>
          <p:spPr>
            <a:xfrm>
              <a:off x="6808525" y="3819150"/>
              <a:ext cx="211875" cy="211900"/>
            </a:xfrm>
            <a:custGeom>
              <a:avLst/>
              <a:gdLst/>
              <a:ahLst/>
              <a:cxnLst/>
              <a:pathLst>
                <a:path w="8475" h="8476" extrusionOk="0">
                  <a:moveTo>
                    <a:pt x="8157" y="0"/>
                  </a:moveTo>
                  <a:lnTo>
                    <a:pt x="7327" y="1075"/>
                  </a:lnTo>
                  <a:lnTo>
                    <a:pt x="6399" y="2150"/>
                  </a:lnTo>
                  <a:lnTo>
                    <a:pt x="5422" y="3249"/>
                  </a:lnTo>
                  <a:lnTo>
                    <a:pt x="4347" y="4348"/>
                  </a:lnTo>
                  <a:lnTo>
                    <a:pt x="3248" y="5422"/>
                  </a:lnTo>
                  <a:lnTo>
                    <a:pt x="2149" y="6399"/>
                  </a:lnTo>
                  <a:lnTo>
                    <a:pt x="1075" y="7327"/>
                  </a:lnTo>
                  <a:lnTo>
                    <a:pt x="0" y="8158"/>
                  </a:lnTo>
                  <a:lnTo>
                    <a:pt x="440" y="8280"/>
                  </a:lnTo>
                  <a:lnTo>
                    <a:pt x="855" y="8377"/>
                  </a:lnTo>
                  <a:lnTo>
                    <a:pt x="1294" y="8426"/>
                  </a:lnTo>
                  <a:lnTo>
                    <a:pt x="1734" y="8475"/>
                  </a:lnTo>
                  <a:lnTo>
                    <a:pt x="2174" y="8475"/>
                  </a:lnTo>
                  <a:lnTo>
                    <a:pt x="2613" y="8451"/>
                  </a:lnTo>
                  <a:lnTo>
                    <a:pt x="3028" y="8402"/>
                  </a:lnTo>
                  <a:lnTo>
                    <a:pt x="3468" y="8304"/>
                  </a:lnTo>
                  <a:lnTo>
                    <a:pt x="3883" y="8207"/>
                  </a:lnTo>
                  <a:lnTo>
                    <a:pt x="4323" y="8060"/>
                  </a:lnTo>
                  <a:lnTo>
                    <a:pt x="4714" y="7889"/>
                  </a:lnTo>
                  <a:lnTo>
                    <a:pt x="5129" y="7694"/>
                  </a:lnTo>
                  <a:lnTo>
                    <a:pt x="5520" y="7449"/>
                  </a:lnTo>
                  <a:lnTo>
                    <a:pt x="5886" y="7205"/>
                  </a:lnTo>
                  <a:lnTo>
                    <a:pt x="6252" y="6912"/>
                  </a:lnTo>
                  <a:lnTo>
                    <a:pt x="6594" y="6595"/>
                  </a:lnTo>
                  <a:lnTo>
                    <a:pt x="6912" y="6253"/>
                  </a:lnTo>
                  <a:lnTo>
                    <a:pt x="7205" y="5886"/>
                  </a:lnTo>
                  <a:lnTo>
                    <a:pt x="7449" y="5520"/>
                  </a:lnTo>
                  <a:lnTo>
                    <a:pt x="7693" y="5129"/>
                  </a:lnTo>
                  <a:lnTo>
                    <a:pt x="7889" y="4714"/>
                  </a:lnTo>
                  <a:lnTo>
                    <a:pt x="8060" y="4323"/>
                  </a:lnTo>
                  <a:lnTo>
                    <a:pt x="8206" y="3884"/>
                  </a:lnTo>
                  <a:lnTo>
                    <a:pt x="8304" y="3468"/>
                  </a:lnTo>
                  <a:lnTo>
                    <a:pt x="8402" y="3029"/>
                  </a:lnTo>
                  <a:lnTo>
                    <a:pt x="8450" y="2614"/>
                  </a:lnTo>
                  <a:lnTo>
                    <a:pt x="8475" y="2174"/>
                  </a:lnTo>
                  <a:lnTo>
                    <a:pt x="8475" y="1734"/>
                  </a:lnTo>
                  <a:lnTo>
                    <a:pt x="8426" y="1295"/>
                  </a:lnTo>
                  <a:lnTo>
                    <a:pt x="8377" y="855"/>
                  </a:lnTo>
                  <a:lnTo>
                    <a:pt x="8279" y="440"/>
                  </a:lnTo>
                  <a:lnTo>
                    <a:pt x="8157" y="0"/>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46" name="Google Shape;146;p20"/>
            <p:cNvSpPr/>
            <p:nvPr/>
          </p:nvSpPr>
          <p:spPr>
            <a:xfrm>
              <a:off x="6654650" y="3665275"/>
              <a:ext cx="409100" cy="409125"/>
            </a:xfrm>
            <a:custGeom>
              <a:avLst/>
              <a:gdLst/>
              <a:ahLst/>
              <a:cxnLst/>
              <a:pathLst>
                <a:path w="16364" h="16365" extrusionOk="0">
                  <a:moveTo>
                    <a:pt x="13580" y="1686"/>
                  </a:moveTo>
                  <a:lnTo>
                    <a:pt x="13677" y="1735"/>
                  </a:lnTo>
                  <a:lnTo>
                    <a:pt x="13775" y="1759"/>
                  </a:lnTo>
                  <a:lnTo>
                    <a:pt x="13848" y="1832"/>
                  </a:lnTo>
                  <a:lnTo>
                    <a:pt x="13897" y="1906"/>
                  </a:lnTo>
                  <a:lnTo>
                    <a:pt x="13946" y="1979"/>
                  </a:lnTo>
                  <a:lnTo>
                    <a:pt x="13970" y="2077"/>
                  </a:lnTo>
                  <a:lnTo>
                    <a:pt x="13995" y="2174"/>
                  </a:lnTo>
                  <a:lnTo>
                    <a:pt x="13995" y="2419"/>
                  </a:lnTo>
                  <a:lnTo>
                    <a:pt x="13922" y="2687"/>
                  </a:lnTo>
                  <a:lnTo>
                    <a:pt x="13824" y="3029"/>
                  </a:lnTo>
                  <a:lnTo>
                    <a:pt x="13677" y="3371"/>
                  </a:lnTo>
                  <a:lnTo>
                    <a:pt x="13482" y="3762"/>
                  </a:lnTo>
                  <a:lnTo>
                    <a:pt x="13238" y="4177"/>
                  </a:lnTo>
                  <a:lnTo>
                    <a:pt x="12993" y="3908"/>
                  </a:lnTo>
                  <a:lnTo>
                    <a:pt x="12749" y="3615"/>
                  </a:lnTo>
                  <a:lnTo>
                    <a:pt x="12407" y="3298"/>
                  </a:lnTo>
                  <a:lnTo>
                    <a:pt x="12041" y="3029"/>
                  </a:lnTo>
                  <a:lnTo>
                    <a:pt x="11675" y="2761"/>
                  </a:lnTo>
                  <a:lnTo>
                    <a:pt x="11308" y="2541"/>
                  </a:lnTo>
                  <a:lnTo>
                    <a:pt x="11748" y="2272"/>
                  </a:lnTo>
                  <a:lnTo>
                    <a:pt x="12187" y="2052"/>
                  </a:lnTo>
                  <a:lnTo>
                    <a:pt x="12554" y="1881"/>
                  </a:lnTo>
                  <a:lnTo>
                    <a:pt x="12920" y="1759"/>
                  </a:lnTo>
                  <a:lnTo>
                    <a:pt x="13213" y="1686"/>
                  </a:lnTo>
                  <a:close/>
                  <a:moveTo>
                    <a:pt x="9721" y="3591"/>
                  </a:moveTo>
                  <a:lnTo>
                    <a:pt x="9794" y="3615"/>
                  </a:lnTo>
                  <a:lnTo>
                    <a:pt x="9916" y="3713"/>
                  </a:lnTo>
                  <a:lnTo>
                    <a:pt x="10014" y="3835"/>
                  </a:lnTo>
                  <a:lnTo>
                    <a:pt x="10038" y="3908"/>
                  </a:lnTo>
                  <a:lnTo>
                    <a:pt x="10038" y="3982"/>
                  </a:lnTo>
                  <a:lnTo>
                    <a:pt x="10038" y="4055"/>
                  </a:lnTo>
                  <a:lnTo>
                    <a:pt x="10014" y="4128"/>
                  </a:lnTo>
                  <a:lnTo>
                    <a:pt x="9916" y="4250"/>
                  </a:lnTo>
                  <a:lnTo>
                    <a:pt x="9794" y="4348"/>
                  </a:lnTo>
                  <a:lnTo>
                    <a:pt x="9721" y="4372"/>
                  </a:lnTo>
                  <a:lnTo>
                    <a:pt x="9574" y="4372"/>
                  </a:lnTo>
                  <a:lnTo>
                    <a:pt x="9501" y="4348"/>
                  </a:lnTo>
                  <a:lnTo>
                    <a:pt x="9379" y="4250"/>
                  </a:lnTo>
                  <a:lnTo>
                    <a:pt x="9281" y="4128"/>
                  </a:lnTo>
                  <a:lnTo>
                    <a:pt x="9257" y="4055"/>
                  </a:lnTo>
                  <a:lnTo>
                    <a:pt x="9257" y="3982"/>
                  </a:lnTo>
                  <a:lnTo>
                    <a:pt x="9257" y="3908"/>
                  </a:lnTo>
                  <a:lnTo>
                    <a:pt x="9281" y="3835"/>
                  </a:lnTo>
                  <a:lnTo>
                    <a:pt x="9379" y="3713"/>
                  </a:lnTo>
                  <a:lnTo>
                    <a:pt x="9501" y="3615"/>
                  </a:lnTo>
                  <a:lnTo>
                    <a:pt x="9574" y="3591"/>
                  </a:lnTo>
                  <a:close/>
                  <a:moveTo>
                    <a:pt x="8182" y="3322"/>
                  </a:moveTo>
                  <a:lnTo>
                    <a:pt x="8304" y="3347"/>
                  </a:lnTo>
                  <a:lnTo>
                    <a:pt x="8402" y="3371"/>
                  </a:lnTo>
                  <a:lnTo>
                    <a:pt x="8500" y="3420"/>
                  </a:lnTo>
                  <a:lnTo>
                    <a:pt x="8597" y="3493"/>
                  </a:lnTo>
                  <a:lnTo>
                    <a:pt x="8671" y="3591"/>
                  </a:lnTo>
                  <a:lnTo>
                    <a:pt x="8719" y="3689"/>
                  </a:lnTo>
                  <a:lnTo>
                    <a:pt x="8768" y="3786"/>
                  </a:lnTo>
                  <a:lnTo>
                    <a:pt x="8768" y="3908"/>
                  </a:lnTo>
                  <a:lnTo>
                    <a:pt x="8768" y="4031"/>
                  </a:lnTo>
                  <a:lnTo>
                    <a:pt x="8719" y="4153"/>
                  </a:lnTo>
                  <a:lnTo>
                    <a:pt x="8671" y="4250"/>
                  </a:lnTo>
                  <a:lnTo>
                    <a:pt x="8597" y="4324"/>
                  </a:lnTo>
                  <a:lnTo>
                    <a:pt x="8500" y="4397"/>
                  </a:lnTo>
                  <a:lnTo>
                    <a:pt x="8402" y="4446"/>
                  </a:lnTo>
                  <a:lnTo>
                    <a:pt x="8304" y="4495"/>
                  </a:lnTo>
                  <a:lnTo>
                    <a:pt x="8060" y="4495"/>
                  </a:lnTo>
                  <a:lnTo>
                    <a:pt x="7962" y="4446"/>
                  </a:lnTo>
                  <a:lnTo>
                    <a:pt x="7865" y="4397"/>
                  </a:lnTo>
                  <a:lnTo>
                    <a:pt x="7767" y="4324"/>
                  </a:lnTo>
                  <a:lnTo>
                    <a:pt x="7694" y="4250"/>
                  </a:lnTo>
                  <a:lnTo>
                    <a:pt x="7645" y="4153"/>
                  </a:lnTo>
                  <a:lnTo>
                    <a:pt x="7596" y="4031"/>
                  </a:lnTo>
                  <a:lnTo>
                    <a:pt x="7596" y="3908"/>
                  </a:lnTo>
                  <a:lnTo>
                    <a:pt x="7596" y="3786"/>
                  </a:lnTo>
                  <a:lnTo>
                    <a:pt x="7645" y="3689"/>
                  </a:lnTo>
                  <a:lnTo>
                    <a:pt x="7694" y="3591"/>
                  </a:lnTo>
                  <a:lnTo>
                    <a:pt x="7767" y="3493"/>
                  </a:lnTo>
                  <a:lnTo>
                    <a:pt x="7865" y="3420"/>
                  </a:lnTo>
                  <a:lnTo>
                    <a:pt x="7962" y="3371"/>
                  </a:lnTo>
                  <a:lnTo>
                    <a:pt x="8060" y="3347"/>
                  </a:lnTo>
                  <a:lnTo>
                    <a:pt x="8182" y="3322"/>
                  </a:lnTo>
                  <a:close/>
                  <a:moveTo>
                    <a:pt x="9086" y="4763"/>
                  </a:moveTo>
                  <a:lnTo>
                    <a:pt x="9159" y="4788"/>
                  </a:lnTo>
                  <a:lnTo>
                    <a:pt x="9281" y="4885"/>
                  </a:lnTo>
                  <a:lnTo>
                    <a:pt x="9354" y="5007"/>
                  </a:lnTo>
                  <a:lnTo>
                    <a:pt x="9379" y="5081"/>
                  </a:lnTo>
                  <a:lnTo>
                    <a:pt x="9379" y="5154"/>
                  </a:lnTo>
                  <a:lnTo>
                    <a:pt x="9379" y="5227"/>
                  </a:lnTo>
                  <a:lnTo>
                    <a:pt x="9354" y="5301"/>
                  </a:lnTo>
                  <a:lnTo>
                    <a:pt x="9281" y="5423"/>
                  </a:lnTo>
                  <a:lnTo>
                    <a:pt x="9159" y="5520"/>
                  </a:lnTo>
                  <a:lnTo>
                    <a:pt x="9086" y="5545"/>
                  </a:lnTo>
                  <a:lnTo>
                    <a:pt x="8915" y="5545"/>
                  </a:lnTo>
                  <a:lnTo>
                    <a:pt x="8842" y="5520"/>
                  </a:lnTo>
                  <a:lnTo>
                    <a:pt x="8719" y="5423"/>
                  </a:lnTo>
                  <a:lnTo>
                    <a:pt x="8646" y="5301"/>
                  </a:lnTo>
                  <a:lnTo>
                    <a:pt x="8622" y="5227"/>
                  </a:lnTo>
                  <a:lnTo>
                    <a:pt x="8597" y="5154"/>
                  </a:lnTo>
                  <a:lnTo>
                    <a:pt x="8622" y="5081"/>
                  </a:lnTo>
                  <a:lnTo>
                    <a:pt x="8646" y="5007"/>
                  </a:lnTo>
                  <a:lnTo>
                    <a:pt x="8719" y="4885"/>
                  </a:lnTo>
                  <a:lnTo>
                    <a:pt x="8842" y="4788"/>
                  </a:lnTo>
                  <a:lnTo>
                    <a:pt x="8915" y="4763"/>
                  </a:lnTo>
                  <a:close/>
                  <a:moveTo>
                    <a:pt x="2540" y="11309"/>
                  </a:moveTo>
                  <a:lnTo>
                    <a:pt x="2760" y="11675"/>
                  </a:lnTo>
                  <a:lnTo>
                    <a:pt x="3029" y="12041"/>
                  </a:lnTo>
                  <a:lnTo>
                    <a:pt x="3298" y="12408"/>
                  </a:lnTo>
                  <a:lnTo>
                    <a:pt x="3615" y="12750"/>
                  </a:lnTo>
                  <a:lnTo>
                    <a:pt x="3908" y="12994"/>
                  </a:lnTo>
                  <a:lnTo>
                    <a:pt x="4177" y="13238"/>
                  </a:lnTo>
                  <a:lnTo>
                    <a:pt x="3762" y="13482"/>
                  </a:lnTo>
                  <a:lnTo>
                    <a:pt x="3371" y="13678"/>
                  </a:lnTo>
                  <a:lnTo>
                    <a:pt x="3029" y="13824"/>
                  </a:lnTo>
                  <a:lnTo>
                    <a:pt x="2687" y="13922"/>
                  </a:lnTo>
                  <a:lnTo>
                    <a:pt x="2418" y="13995"/>
                  </a:lnTo>
                  <a:lnTo>
                    <a:pt x="2174" y="13995"/>
                  </a:lnTo>
                  <a:lnTo>
                    <a:pt x="2076" y="13971"/>
                  </a:lnTo>
                  <a:lnTo>
                    <a:pt x="1979" y="13946"/>
                  </a:lnTo>
                  <a:lnTo>
                    <a:pt x="1905" y="13897"/>
                  </a:lnTo>
                  <a:lnTo>
                    <a:pt x="1832" y="13849"/>
                  </a:lnTo>
                  <a:lnTo>
                    <a:pt x="1759" y="13775"/>
                  </a:lnTo>
                  <a:lnTo>
                    <a:pt x="1734" y="13678"/>
                  </a:lnTo>
                  <a:lnTo>
                    <a:pt x="1686" y="13580"/>
                  </a:lnTo>
                  <a:lnTo>
                    <a:pt x="1686" y="13482"/>
                  </a:lnTo>
                  <a:lnTo>
                    <a:pt x="1686" y="13214"/>
                  </a:lnTo>
                  <a:lnTo>
                    <a:pt x="1759" y="12921"/>
                  </a:lnTo>
                  <a:lnTo>
                    <a:pt x="1881" y="12554"/>
                  </a:lnTo>
                  <a:lnTo>
                    <a:pt x="2052" y="12188"/>
                  </a:lnTo>
                  <a:lnTo>
                    <a:pt x="2272" y="11748"/>
                  </a:lnTo>
                  <a:lnTo>
                    <a:pt x="2540" y="11309"/>
                  </a:lnTo>
                  <a:close/>
                  <a:moveTo>
                    <a:pt x="15362" y="1"/>
                  </a:moveTo>
                  <a:lnTo>
                    <a:pt x="15094" y="25"/>
                  </a:lnTo>
                  <a:lnTo>
                    <a:pt x="14801" y="74"/>
                  </a:lnTo>
                  <a:lnTo>
                    <a:pt x="14483" y="172"/>
                  </a:lnTo>
                  <a:lnTo>
                    <a:pt x="14141" y="294"/>
                  </a:lnTo>
                  <a:lnTo>
                    <a:pt x="13775" y="440"/>
                  </a:lnTo>
                  <a:lnTo>
                    <a:pt x="13384" y="611"/>
                  </a:lnTo>
                  <a:lnTo>
                    <a:pt x="12993" y="831"/>
                  </a:lnTo>
                  <a:lnTo>
                    <a:pt x="12578" y="1051"/>
                  </a:lnTo>
                  <a:lnTo>
                    <a:pt x="11699" y="1613"/>
                  </a:lnTo>
                  <a:lnTo>
                    <a:pt x="10747" y="2272"/>
                  </a:lnTo>
                  <a:lnTo>
                    <a:pt x="10307" y="2101"/>
                  </a:lnTo>
                  <a:lnTo>
                    <a:pt x="9843" y="1955"/>
                  </a:lnTo>
                  <a:lnTo>
                    <a:pt x="9379" y="1857"/>
                  </a:lnTo>
                  <a:lnTo>
                    <a:pt x="8915" y="1784"/>
                  </a:lnTo>
                  <a:lnTo>
                    <a:pt x="8451" y="1735"/>
                  </a:lnTo>
                  <a:lnTo>
                    <a:pt x="7962" y="1735"/>
                  </a:lnTo>
                  <a:lnTo>
                    <a:pt x="7498" y="1784"/>
                  </a:lnTo>
                  <a:lnTo>
                    <a:pt x="7034" y="1832"/>
                  </a:lnTo>
                  <a:lnTo>
                    <a:pt x="6570" y="1930"/>
                  </a:lnTo>
                  <a:lnTo>
                    <a:pt x="6106" y="2077"/>
                  </a:lnTo>
                  <a:lnTo>
                    <a:pt x="5667" y="2248"/>
                  </a:lnTo>
                  <a:lnTo>
                    <a:pt x="5227" y="2443"/>
                  </a:lnTo>
                  <a:lnTo>
                    <a:pt x="4787" y="2687"/>
                  </a:lnTo>
                  <a:lnTo>
                    <a:pt x="4397" y="2980"/>
                  </a:lnTo>
                  <a:lnTo>
                    <a:pt x="4006" y="3273"/>
                  </a:lnTo>
                  <a:lnTo>
                    <a:pt x="3615" y="3615"/>
                  </a:lnTo>
                  <a:lnTo>
                    <a:pt x="3273" y="4006"/>
                  </a:lnTo>
                  <a:lnTo>
                    <a:pt x="2980" y="4397"/>
                  </a:lnTo>
                  <a:lnTo>
                    <a:pt x="2687" y="4788"/>
                  </a:lnTo>
                  <a:lnTo>
                    <a:pt x="2443" y="5227"/>
                  </a:lnTo>
                  <a:lnTo>
                    <a:pt x="2247" y="5667"/>
                  </a:lnTo>
                  <a:lnTo>
                    <a:pt x="2076" y="6107"/>
                  </a:lnTo>
                  <a:lnTo>
                    <a:pt x="1930" y="6571"/>
                  </a:lnTo>
                  <a:lnTo>
                    <a:pt x="1832" y="7035"/>
                  </a:lnTo>
                  <a:lnTo>
                    <a:pt x="1783" y="7499"/>
                  </a:lnTo>
                  <a:lnTo>
                    <a:pt x="1734" y="7963"/>
                  </a:lnTo>
                  <a:lnTo>
                    <a:pt x="1734" y="8451"/>
                  </a:lnTo>
                  <a:lnTo>
                    <a:pt x="1783" y="8915"/>
                  </a:lnTo>
                  <a:lnTo>
                    <a:pt x="1857" y="9379"/>
                  </a:lnTo>
                  <a:lnTo>
                    <a:pt x="1954" y="9843"/>
                  </a:lnTo>
                  <a:lnTo>
                    <a:pt x="2101" y="10307"/>
                  </a:lnTo>
                  <a:lnTo>
                    <a:pt x="2272" y="10747"/>
                  </a:lnTo>
                  <a:lnTo>
                    <a:pt x="1612" y="11699"/>
                  </a:lnTo>
                  <a:lnTo>
                    <a:pt x="1051" y="12579"/>
                  </a:lnTo>
                  <a:lnTo>
                    <a:pt x="831" y="12994"/>
                  </a:lnTo>
                  <a:lnTo>
                    <a:pt x="611" y="13385"/>
                  </a:lnTo>
                  <a:lnTo>
                    <a:pt x="440" y="13775"/>
                  </a:lnTo>
                  <a:lnTo>
                    <a:pt x="293" y="14142"/>
                  </a:lnTo>
                  <a:lnTo>
                    <a:pt x="171" y="14484"/>
                  </a:lnTo>
                  <a:lnTo>
                    <a:pt x="74" y="14801"/>
                  </a:lnTo>
                  <a:lnTo>
                    <a:pt x="25" y="15094"/>
                  </a:lnTo>
                  <a:lnTo>
                    <a:pt x="0" y="15363"/>
                  </a:lnTo>
                  <a:lnTo>
                    <a:pt x="0" y="15583"/>
                  </a:lnTo>
                  <a:lnTo>
                    <a:pt x="49" y="15802"/>
                  </a:lnTo>
                  <a:lnTo>
                    <a:pt x="123" y="15973"/>
                  </a:lnTo>
                  <a:lnTo>
                    <a:pt x="245" y="16120"/>
                  </a:lnTo>
                  <a:lnTo>
                    <a:pt x="342" y="16218"/>
                  </a:lnTo>
                  <a:lnTo>
                    <a:pt x="489" y="16291"/>
                  </a:lnTo>
                  <a:lnTo>
                    <a:pt x="635" y="16340"/>
                  </a:lnTo>
                  <a:lnTo>
                    <a:pt x="806" y="16364"/>
                  </a:lnTo>
                  <a:lnTo>
                    <a:pt x="1173" y="16364"/>
                  </a:lnTo>
                  <a:lnTo>
                    <a:pt x="1393" y="16315"/>
                  </a:lnTo>
                  <a:lnTo>
                    <a:pt x="1637" y="16267"/>
                  </a:lnTo>
                  <a:lnTo>
                    <a:pt x="2150" y="16120"/>
                  </a:lnTo>
                  <a:lnTo>
                    <a:pt x="2711" y="15876"/>
                  </a:lnTo>
                  <a:lnTo>
                    <a:pt x="3322" y="15583"/>
                  </a:lnTo>
                  <a:lnTo>
                    <a:pt x="3957" y="15192"/>
                  </a:lnTo>
                  <a:lnTo>
                    <a:pt x="4665" y="14752"/>
                  </a:lnTo>
                  <a:lnTo>
                    <a:pt x="5373" y="14264"/>
                  </a:lnTo>
                  <a:lnTo>
                    <a:pt x="6131" y="13702"/>
                  </a:lnTo>
                  <a:lnTo>
                    <a:pt x="6912" y="13092"/>
                  </a:lnTo>
                  <a:lnTo>
                    <a:pt x="7718" y="12432"/>
                  </a:lnTo>
                  <a:lnTo>
                    <a:pt x="8524" y="11724"/>
                  </a:lnTo>
                  <a:lnTo>
                    <a:pt x="9330" y="10967"/>
                  </a:lnTo>
                  <a:lnTo>
                    <a:pt x="10160" y="10161"/>
                  </a:lnTo>
                  <a:lnTo>
                    <a:pt x="10966" y="9330"/>
                  </a:lnTo>
                  <a:lnTo>
                    <a:pt x="11723" y="8524"/>
                  </a:lnTo>
                  <a:lnTo>
                    <a:pt x="12432" y="7718"/>
                  </a:lnTo>
                  <a:lnTo>
                    <a:pt x="13091" y="6912"/>
                  </a:lnTo>
                  <a:lnTo>
                    <a:pt x="13702" y="6131"/>
                  </a:lnTo>
                  <a:lnTo>
                    <a:pt x="14263" y="5374"/>
                  </a:lnTo>
                  <a:lnTo>
                    <a:pt x="14752" y="4666"/>
                  </a:lnTo>
                  <a:lnTo>
                    <a:pt x="15192" y="3957"/>
                  </a:lnTo>
                  <a:lnTo>
                    <a:pt x="15582" y="3322"/>
                  </a:lnTo>
                  <a:lnTo>
                    <a:pt x="15875" y="2712"/>
                  </a:lnTo>
                  <a:lnTo>
                    <a:pt x="16120" y="2150"/>
                  </a:lnTo>
                  <a:lnTo>
                    <a:pt x="16266" y="1637"/>
                  </a:lnTo>
                  <a:lnTo>
                    <a:pt x="16315" y="1393"/>
                  </a:lnTo>
                  <a:lnTo>
                    <a:pt x="16364" y="1173"/>
                  </a:lnTo>
                  <a:lnTo>
                    <a:pt x="16364" y="978"/>
                  </a:lnTo>
                  <a:lnTo>
                    <a:pt x="16364" y="807"/>
                  </a:lnTo>
                  <a:lnTo>
                    <a:pt x="16339" y="636"/>
                  </a:lnTo>
                  <a:lnTo>
                    <a:pt x="16291" y="489"/>
                  </a:lnTo>
                  <a:lnTo>
                    <a:pt x="16217" y="343"/>
                  </a:lnTo>
                  <a:lnTo>
                    <a:pt x="16120" y="245"/>
                  </a:lnTo>
                  <a:lnTo>
                    <a:pt x="15973" y="123"/>
                  </a:lnTo>
                  <a:lnTo>
                    <a:pt x="15802" y="50"/>
                  </a:lnTo>
                  <a:lnTo>
                    <a:pt x="15582" y="1"/>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grpSp>
      <p:grpSp>
        <p:nvGrpSpPr>
          <p:cNvPr id="147" name="Google Shape;147;p20"/>
          <p:cNvGrpSpPr/>
          <p:nvPr/>
        </p:nvGrpSpPr>
        <p:grpSpPr>
          <a:xfrm rot="1057075">
            <a:off x="6161947" y="1812386"/>
            <a:ext cx="741255" cy="741354"/>
            <a:chOff x="570875" y="4322250"/>
            <a:chExt cx="443300" cy="443325"/>
          </a:xfrm>
        </p:grpSpPr>
        <p:sp>
          <p:nvSpPr>
            <p:cNvPr id="148" name="Google Shape;148;p20"/>
            <p:cNvSpPr/>
            <p:nvPr/>
          </p:nvSpPr>
          <p:spPr>
            <a:xfrm>
              <a:off x="570875" y="4322250"/>
              <a:ext cx="443300" cy="443325"/>
            </a:xfrm>
            <a:custGeom>
              <a:avLst/>
              <a:gdLst/>
              <a:ahLst/>
              <a:cxnLst/>
              <a:pathLst>
                <a:path w="17732" h="17733" extrusionOk="0">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49" name="Google Shape;149;p20"/>
            <p:cNvSpPr/>
            <p:nvPr/>
          </p:nvSpPr>
          <p:spPr>
            <a:xfrm>
              <a:off x="597725" y="4665400"/>
              <a:ext cx="73300" cy="73300"/>
            </a:xfrm>
            <a:custGeom>
              <a:avLst/>
              <a:gdLst/>
              <a:ahLst/>
              <a:cxnLst/>
              <a:pathLst>
                <a:path w="2932" h="2932" extrusionOk="0">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0" name="Google Shape;150;p20"/>
            <p:cNvSpPr/>
            <p:nvPr/>
          </p:nvSpPr>
          <p:spPr>
            <a:xfrm>
              <a:off x="654525" y="4708150"/>
              <a:ext cx="47025" cy="47025"/>
            </a:xfrm>
            <a:custGeom>
              <a:avLst/>
              <a:gdLst/>
              <a:ahLst/>
              <a:cxnLst/>
              <a:pathLst>
                <a:path w="1881" h="1881" extrusionOk="0">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1" name="Google Shape;151;p20"/>
            <p:cNvSpPr/>
            <p:nvPr/>
          </p:nvSpPr>
          <p:spPr>
            <a:xfrm>
              <a:off x="581250" y="4634875"/>
              <a:ext cx="47050" cy="47050"/>
            </a:xfrm>
            <a:custGeom>
              <a:avLst/>
              <a:gdLst/>
              <a:ahLst/>
              <a:cxnLst/>
              <a:pathLst>
                <a:path w="1882" h="1882" extrusionOk="0">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solidFill>
              <a:srgbClr val="434343"/>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grpSp>
      <p:sp>
        <p:nvSpPr>
          <p:cNvPr id="152" name="Google Shape;152;p20"/>
          <p:cNvSpPr/>
          <p:nvPr/>
        </p:nvSpPr>
        <p:spPr>
          <a:xfrm rot="2466613">
            <a:off x="6245163" y="1147346"/>
            <a:ext cx="363854" cy="347420"/>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3" name="Google Shape;153;p20"/>
          <p:cNvSpPr/>
          <p:nvPr/>
        </p:nvSpPr>
        <p:spPr>
          <a:xfrm rot="-1609020">
            <a:off x="6777274" y="1365970"/>
            <a:ext cx="261831" cy="250005"/>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4" name="Google Shape;154;p20"/>
          <p:cNvSpPr/>
          <p:nvPr/>
        </p:nvSpPr>
        <p:spPr>
          <a:xfrm rot="2926409">
            <a:off x="8364950" y="1564011"/>
            <a:ext cx="196068" cy="187212"/>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5" name="Google Shape;155;p20"/>
          <p:cNvSpPr/>
          <p:nvPr/>
        </p:nvSpPr>
        <p:spPr>
          <a:xfrm rot="-1609718">
            <a:off x="7548927" y="309671"/>
            <a:ext cx="176665" cy="168686"/>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6" name="Google Shape;156;p20"/>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GB"/>
            </a:fld>
            <a:endParaRPr lang="en-GB"/>
          </a:p>
        </p:txBody>
      </p:sp>
    </p:spTree>
  </p:cSld>
  <p:clrMapOvr>
    <a:masterClrMapping/>
  </p:clrMapOvr>
  <p:transition>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316" name="Shape 316"/>
        <p:cNvGrpSpPr/>
        <p:nvPr/>
      </p:nvGrpSpPr>
      <p:grpSpPr>
        <a:xfrm>
          <a:off x="0" y="0"/>
          <a:ext cx="0" cy="0"/>
          <a:chOff x="0" y="0"/>
          <a:chExt cx="0" cy="0"/>
        </a:xfrm>
      </p:grpSpPr>
      <p:sp>
        <p:nvSpPr>
          <p:cNvPr id="317" name="Google Shape;317;p32"/>
          <p:cNvSpPr txBox="1"/>
          <p:nvPr>
            <p:ph type="body" idx="1"/>
          </p:nvPr>
        </p:nvSpPr>
        <p:spPr>
          <a:xfrm>
            <a:off x="1182200" y="4356200"/>
            <a:ext cx="71745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r>
              <a:rPr lang="en-US" altLang="en-GB" sz="1200">
                <a:solidFill>
                  <a:srgbClr val="FFFFFF"/>
                </a:solidFill>
              </a:rPr>
              <a:t>This is the graph for question 5. As you can see, there’s a large gap between first and second place</a:t>
            </a:r>
            <a:endParaRPr lang="en-US" altLang="en-GB" sz="1200">
              <a:solidFill>
                <a:srgbClr val="FFFFFF"/>
              </a:solidFill>
            </a:endParaRPr>
          </a:p>
        </p:txBody>
      </p:sp>
      <p:sp>
        <p:nvSpPr>
          <p:cNvPr id="318" name="Google Shape;318;p32"/>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GB"/>
            </a:fld>
            <a:endParaRPr lang="en-GB"/>
          </a:p>
        </p:txBody>
      </p:sp>
      <p:pic>
        <p:nvPicPr>
          <p:cNvPr id="3" name="Picture 2" descr="Question 5 - Sorted"/>
          <p:cNvPicPr>
            <a:picLocks noChangeAspect="1"/>
          </p:cNvPicPr>
          <p:nvPr/>
        </p:nvPicPr>
        <p:blipFill>
          <a:blip r:embed="rId2"/>
          <a:srcRect b="25035"/>
          <a:stretch>
            <a:fillRect/>
          </a:stretch>
        </p:blipFill>
        <p:spPr>
          <a:xfrm>
            <a:off x="1547495" y="339725"/>
            <a:ext cx="3786505" cy="3978910"/>
          </a:xfrm>
          <a:prstGeom prst="rect">
            <a:avLst/>
          </a:prstGeom>
        </p:spPr>
      </p:pic>
      <p:pic>
        <p:nvPicPr>
          <p:cNvPr id="2" name="Picture 1" descr="Question 5-2 - Sorted"/>
          <p:cNvPicPr>
            <a:picLocks noChangeAspect="1"/>
          </p:cNvPicPr>
          <p:nvPr/>
        </p:nvPicPr>
        <p:blipFill>
          <a:blip r:embed="rId3"/>
          <a:stretch>
            <a:fillRect/>
          </a:stretch>
        </p:blipFill>
        <p:spPr>
          <a:xfrm>
            <a:off x="6155690" y="1419860"/>
            <a:ext cx="1836420" cy="1760220"/>
          </a:xfrm>
          <a:prstGeom prst="rect">
            <a:avLst/>
          </a:prstGeom>
        </p:spPr>
      </p:pic>
    </p:spTree>
  </p:cSld>
  <p:clrMapOvr>
    <a:masterClrMapping/>
  </p:clrMapOvr>
  <p:transition>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94" name="Shape 194"/>
        <p:cNvGrpSpPr/>
        <p:nvPr/>
      </p:nvGrpSpPr>
      <p:grpSpPr>
        <a:xfrm>
          <a:off x="0" y="0"/>
          <a:ext cx="0" cy="0"/>
          <a:chOff x="0" y="0"/>
          <a:chExt cx="0" cy="0"/>
        </a:xfrm>
      </p:grpSpPr>
      <p:sp>
        <p:nvSpPr>
          <p:cNvPr id="195" name="Google Shape;195;p24"/>
          <p:cNvSpPr txBox="1"/>
          <p:nvPr>
            <p:ph type="sldNum" idx="12"/>
          </p:nvPr>
        </p:nvSpPr>
        <p:spPr>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GB"/>
            </a:fld>
            <a:endParaRPr lang="en-GB"/>
          </a:p>
        </p:txBody>
      </p:sp>
    </p:spTree>
  </p:cSld>
  <p:clrMapOvr>
    <a:masterClrMapping/>
  </p:clrMapOvr>
  <p:transition>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40" name="Shape 140"/>
        <p:cNvGrpSpPr/>
        <p:nvPr/>
      </p:nvGrpSpPr>
      <p:grpSpPr>
        <a:xfrm>
          <a:off x="0" y="0"/>
          <a:ext cx="0" cy="0"/>
          <a:chOff x="0" y="0"/>
          <a:chExt cx="0" cy="0"/>
        </a:xfrm>
      </p:grpSpPr>
      <p:sp>
        <p:nvSpPr>
          <p:cNvPr id="141" name="Google Shape;141;p20"/>
          <p:cNvSpPr txBox="1"/>
          <p:nvPr>
            <p:ph type="ctrTitle" idx="4294967295"/>
          </p:nvPr>
        </p:nvSpPr>
        <p:spPr>
          <a:xfrm>
            <a:off x="2114675" y="1811950"/>
            <a:ext cx="5455500" cy="11598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US" sz="4000">
                <a:solidFill>
                  <a:srgbClr val="FFB000"/>
                </a:solidFill>
              </a:rPr>
              <a:t>PLEASE CHECK THE TABLEAU FILE FOR THIS QUESTION, FOR DETAILED AND INTERACTIVE PLOTS</a:t>
            </a:r>
            <a:endParaRPr lang="en-US" sz="4000">
              <a:solidFill>
                <a:srgbClr val="FFB000"/>
              </a:solidFill>
            </a:endParaRPr>
          </a:p>
        </p:txBody>
      </p:sp>
      <p:sp>
        <p:nvSpPr>
          <p:cNvPr id="143" name="Google Shape;143;p20"/>
          <p:cNvSpPr/>
          <p:nvPr/>
        </p:nvSpPr>
        <p:spPr>
          <a:xfrm>
            <a:off x="7568290" y="2334064"/>
            <a:ext cx="261878" cy="250050"/>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2" name="Google Shape;152;p20"/>
          <p:cNvSpPr/>
          <p:nvPr/>
        </p:nvSpPr>
        <p:spPr>
          <a:xfrm rot="2466613">
            <a:off x="7304978" y="920016"/>
            <a:ext cx="363854" cy="347420"/>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3" name="Google Shape;153;p20"/>
          <p:cNvSpPr/>
          <p:nvPr/>
        </p:nvSpPr>
        <p:spPr>
          <a:xfrm rot="-1609020">
            <a:off x="6777274" y="1365970"/>
            <a:ext cx="261831" cy="250005"/>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4" name="Google Shape;154;p20"/>
          <p:cNvSpPr/>
          <p:nvPr/>
        </p:nvSpPr>
        <p:spPr>
          <a:xfrm rot="2926409">
            <a:off x="8364950" y="1564011"/>
            <a:ext cx="196068" cy="187212"/>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5" name="Google Shape;155;p20"/>
          <p:cNvSpPr/>
          <p:nvPr/>
        </p:nvSpPr>
        <p:spPr>
          <a:xfrm rot="-1609718">
            <a:off x="7548927" y="309671"/>
            <a:ext cx="176665" cy="168686"/>
          </a:xfrm>
          <a:custGeom>
            <a:avLst/>
            <a:gdLst/>
            <a:ahLst/>
            <a:cxnLst/>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B000"/>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156" name="Google Shape;156;p20"/>
          <p:cNvSpPr txBox="1"/>
          <p:nvPr>
            <p:ph type="sldNum" idx="12"/>
          </p:nvPr>
        </p:nvSpPr>
        <p:spPr>
          <a:xfrm>
            <a:off x="8750400" y="4356225"/>
            <a:ext cx="3936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GB"/>
            </a:fld>
            <a:endParaRPr lang="en-GB"/>
          </a:p>
        </p:txBody>
      </p:sp>
    </p:spTree>
  </p:cSld>
  <p:clrMapOvr>
    <a:masterClrMapping/>
  </p:clrMapOvr>
  <p:transition>
    <p:fade thruBlk="1"/>
  </p:transition>
</p:sld>
</file>

<file path=ppt/theme/theme1.xml><?xml version="1.0" encoding="utf-8"?>
<a:theme xmlns:a="http://schemas.openxmlformats.org/drawingml/2006/main" name="Basset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3116</Words>
  <Application>WPS Presentation</Application>
  <PresentationFormat/>
  <Paragraphs>138</Paragraphs>
  <Slides>26</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26</vt:i4>
      </vt:variant>
    </vt:vector>
  </HeadingPairs>
  <TitlesOfParts>
    <vt:vector size="34" baseType="lpstr">
      <vt:lpstr>Arial</vt:lpstr>
      <vt:lpstr>SimSun</vt:lpstr>
      <vt:lpstr>Wingdings</vt:lpstr>
      <vt:lpstr>Arial</vt:lpstr>
      <vt:lpstr>Barlow</vt:lpstr>
      <vt:lpstr>Microsoft YaHei</vt:lpstr>
      <vt:lpstr>Arial Unicode MS</vt:lpstr>
      <vt:lpstr>Basset template</vt:lpstr>
      <vt:lpstr>VIDIO DATA ANALYST STUDY CASE </vt:lpstr>
      <vt:lpstr>CONDITIONS FOR THE STUDY CASE</vt:lpstr>
      <vt:lpstr>FIRST QUESTION </vt:lpstr>
      <vt:lpstr>SECOND QUESTION </vt:lpstr>
      <vt:lpstr>THIRD QUESTION </vt:lpstr>
      <vt:lpstr>THE TOOLS USED</vt:lpstr>
      <vt:lpstr>EXCEL / SPREADSHEET</vt:lpstr>
      <vt:lpstr>PowerPoint 演示文稿</vt:lpstr>
      <vt:lpstr>ANACONDA NAVIGATOR</vt:lpstr>
      <vt:lpstr>PowerPoint 演示文稿</vt:lpstr>
      <vt:lpstr>JUPYTER NOTEBOOK</vt:lpstr>
      <vt:lpstr>“THE” NOTEBOOK</vt:lpstr>
      <vt:lpstr>PowerPoint 演示文稿</vt:lpstr>
      <vt:lpstr>TABLEAU</vt:lpstr>
      <vt:lpstr>APPLICATION THAT SPECIALIZE IN VISUALIZATION</vt:lpstr>
      <vt:lpstr>PowerPoint 演示文稿</vt:lpstr>
      <vt:lpstr>FOURTH QUESTION </vt:lpstr>
      <vt:lpstr>PowerPoint 演示文稿</vt:lpstr>
      <vt:lpstr>PowerPoint 演示文稿</vt:lpstr>
      <vt:lpstr>PowerPoint 演示文稿</vt:lpstr>
      <vt:lpstr>PowerPoint 演示文稿</vt:lpstr>
      <vt:lpstr>Why is the web-mobile that have the highest platform count?</vt:lpstr>
      <vt:lpstr>FIFTH QUESTION </vt:lpstr>
      <vt:lpstr>PowerPoint 演示文稿</vt:lpstr>
      <vt:lpstr>PowerPoint 演示文稿</vt:lpstr>
      <vt:lpstr>PLEASE CHECK THE TABLEAU FILE FOR THIS QUESTION, FOR DETAILED AND INTERACTIVE PLOTS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VIDIO DATA ANALYST STUDY CASE </dc:title>
  <dc:creator/>
  <cp:lastModifiedBy>ASUS</cp:lastModifiedBy>
  <cp:revision>18</cp:revision>
  <dcterms:created xsi:type="dcterms:W3CDTF">2021-02-15T06:02:00Z</dcterms:created>
  <dcterms:modified xsi:type="dcterms:W3CDTF">2021-03-03T16:16:36Z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1033-11.2.0.9984</vt:lpwstr>
  </property>
</Properties>
</file>